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97078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journal_grasp_search.pdf.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3970781"/>
          </a:xfrm>
          <a:custGeom>
            <a:avLst/>
            <a:gdLst/>
            <a:ahLst/>
            <a:cxnLst/>
            <a:rect l="l" t="t" r="r" b="b"/>
            <a:pathLst>
              <a:path w="12191999" h="3970781">
                <a:moveTo>
                  <a:pt x="0" y="0"/>
                </a:moveTo>
                <a:lnTo>
                  <a:pt x="12191999" y="0"/>
                </a:lnTo>
                <a:lnTo>
                  <a:pt x="12191999" y="3970781"/>
                </a:lnTo>
                <a:lnTo>
                  <a:pt x="0" y="3970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151594" y="450690"/>
            <a:ext cx="5448506" cy="2777024"/>
          </a:xfrm>
          <a:custGeom>
            <a:avLst/>
            <a:gdLst/>
            <a:ahLst/>
            <a:cxnLst/>
            <a:rect l="l" t="t" r="r" b="b"/>
            <a:pathLst>
              <a:path w="5448506" h="2777024">
                <a:moveTo>
                  <a:pt x="0" y="0"/>
                </a:moveTo>
                <a:lnTo>
                  <a:pt x="5448506" y="0"/>
                </a:lnTo>
                <a:lnTo>
                  <a:pt x="5448506" y="2777024"/>
                </a:lnTo>
                <a:lnTo>
                  <a:pt x="0" y="27770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151594" y="576919"/>
            <a:ext cx="511688" cy="229506"/>
          </a:xfrm>
          <a:custGeom>
            <a:avLst/>
            <a:gdLst/>
            <a:ahLst/>
            <a:cxnLst/>
            <a:rect l="l" t="t" r="r" b="b"/>
            <a:pathLst>
              <a:path w="511688" h="229506">
                <a:moveTo>
                  <a:pt x="0" y="0"/>
                </a:moveTo>
                <a:lnTo>
                  <a:pt x="511688" y="0"/>
                </a:lnTo>
                <a:lnTo>
                  <a:pt x="511688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151594" y="863801"/>
            <a:ext cx="625304" cy="229506"/>
          </a:xfrm>
          <a:custGeom>
            <a:avLst/>
            <a:gdLst/>
            <a:ahLst/>
            <a:cxnLst/>
            <a:rect l="l" t="t" r="r" b="b"/>
            <a:pathLst>
              <a:path w="625304" h="229506">
                <a:moveTo>
                  <a:pt x="0" y="0"/>
                </a:moveTo>
                <a:lnTo>
                  <a:pt x="625304" y="0"/>
                </a:lnTo>
                <a:lnTo>
                  <a:pt x="625304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5"/>
          <p:cNvSpPr/>
          <p:nvPr/>
        </p:nvSpPr>
        <p:spPr>
          <a:xfrm>
            <a:off x="1151594" y="1150684"/>
            <a:ext cx="826544" cy="229506"/>
          </a:xfrm>
          <a:custGeom>
            <a:avLst/>
            <a:gdLst/>
            <a:ahLst/>
            <a:cxnLst/>
            <a:rect l="l" t="t" r="r" b="b"/>
            <a:pathLst>
              <a:path w="826544" h="229506">
                <a:moveTo>
                  <a:pt x="0" y="0"/>
                </a:moveTo>
                <a:lnTo>
                  <a:pt x="826544" y="0"/>
                </a:lnTo>
                <a:lnTo>
                  <a:pt x="826544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6"/>
          <p:cNvSpPr/>
          <p:nvPr/>
        </p:nvSpPr>
        <p:spPr>
          <a:xfrm>
            <a:off x="1151594" y="1437566"/>
            <a:ext cx="1823503" cy="229506"/>
          </a:xfrm>
          <a:custGeom>
            <a:avLst/>
            <a:gdLst/>
            <a:ahLst/>
            <a:cxnLst/>
            <a:rect l="l" t="t" r="r" b="b"/>
            <a:pathLst>
              <a:path w="1823503" h="229506">
                <a:moveTo>
                  <a:pt x="0" y="0"/>
                </a:moveTo>
                <a:lnTo>
                  <a:pt x="1823503" y="0"/>
                </a:lnTo>
                <a:lnTo>
                  <a:pt x="1823503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7"/>
          <p:cNvSpPr/>
          <p:nvPr/>
        </p:nvSpPr>
        <p:spPr>
          <a:xfrm>
            <a:off x="1151594" y="1724449"/>
            <a:ext cx="1968379" cy="229506"/>
          </a:xfrm>
          <a:custGeom>
            <a:avLst/>
            <a:gdLst/>
            <a:ahLst/>
            <a:cxnLst/>
            <a:rect l="l" t="t" r="r" b="b"/>
            <a:pathLst>
              <a:path w="1968379" h="229506">
                <a:moveTo>
                  <a:pt x="0" y="0"/>
                </a:moveTo>
                <a:lnTo>
                  <a:pt x="1968379" y="0"/>
                </a:lnTo>
                <a:lnTo>
                  <a:pt x="1968379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8"/>
          <p:cNvSpPr/>
          <p:nvPr/>
        </p:nvSpPr>
        <p:spPr>
          <a:xfrm>
            <a:off x="1151594" y="2011332"/>
            <a:ext cx="2610619" cy="229506"/>
          </a:xfrm>
          <a:custGeom>
            <a:avLst/>
            <a:gdLst/>
            <a:ahLst/>
            <a:cxnLst/>
            <a:rect l="l" t="t" r="r" b="b"/>
            <a:pathLst>
              <a:path w="2610619" h="229506">
                <a:moveTo>
                  <a:pt x="0" y="0"/>
                </a:moveTo>
                <a:lnTo>
                  <a:pt x="2610619" y="0"/>
                </a:lnTo>
                <a:lnTo>
                  <a:pt x="2610619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9"/>
          <p:cNvSpPr/>
          <p:nvPr/>
        </p:nvSpPr>
        <p:spPr>
          <a:xfrm>
            <a:off x="1151594" y="2298214"/>
            <a:ext cx="3171296" cy="229506"/>
          </a:xfrm>
          <a:custGeom>
            <a:avLst/>
            <a:gdLst/>
            <a:ahLst/>
            <a:cxnLst/>
            <a:rect l="l" t="t" r="r" b="b"/>
            <a:pathLst>
              <a:path w="3171296" h="229506">
                <a:moveTo>
                  <a:pt x="0" y="0"/>
                </a:moveTo>
                <a:lnTo>
                  <a:pt x="3171296" y="0"/>
                </a:lnTo>
                <a:lnTo>
                  <a:pt x="3171296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10"/>
          <p:cNvSpPr/>
          <p:nvPr/>
        </p:nvSpPr>
        <p:spPr>
          <a:xfrm>
            <a:off x="1151594" y="2585097"/>
            <a:ext cx="4059919" cy="229506"/>
          </a:xfrm>
          <a:custGeom>
            <a:avLst/>
            <a:gdLst/>
            <a:ahLst/>
            <a:cxnLst/>
            <a:rect l="l" t="t" r="r" b="b"/>
            <a:pathLst>
              <a:path w="4059919" h="229506">
                <a:moveTo>
                  <a:pt x="0" y="0"/>
                </a:moveTo>
                <a:lnTo>
                  <a:pt x="4059919" y="0"/>
                </a:lnTo>
                <a:lnTo>
                  <a:pt x="4059919" y="229506"/>
                </a:lnTo>
                <a:lnTo>
                  <a:pt x="0" y="229506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1"/>
          <p:cNvSpPr/>
          <p:nvPr/>
        </p:nvSpPr>
        <p:spPr>
          <a:xfrm>
            <a:off x="1151594" y="2871979"/>
            <a:ext cx="4199217" cy="229507"/>
          </a:xfrm>
          <a:custGeom>
            <a:avLst/>
            <a:gdLst/>
            <a:ahLst/>
            <a:cxnLst/>
            <a:rect l="l" t="t" r="r" b="b"/>
            <a:pathLst>
              <a:path w="4199217" h="229507">
                <a:moveTo>
                  <a:pt x="0" y="0"/>
                </a:moveTo>
                <a:lnTo>
                  <a:pt x="4199217" y="0"/>
                </a:lnTo>
                <a:lnTo>
                  <a:pt x="4199217" y="229507"/>
                </a:lnTo>
                <a:lnTo>
                  <a:pt x="0" y="229507"/>
                </a:lnTo>
                <a:lnTo>
                  <a:pt x="0" y="0"/>
                </a:lnTo>
                <a:close/>
              </a:path>
            </a:pathLst>
          </a:custGeom>
          <a:solidFill>
            <a:srgbClr val="EFE9F5"/>
          </a:solidFill>
          <a:ln w="16311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12"/>
          <p:cNvSpPr/>
          <p:nvPr/>
        </p:nvSpPr>
        <p:spPr>
          <a:xfrm>
            <a:off x="1151594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814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" name="Editable path 13"/>
          <p:cNvSpPr/>
          <p:nvPr/>
        </p:nvSpPr>
        <p:spPr>
          <a:xfrm>
            <a:off x="2124541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3761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7" name="Editable path 14"/>
          <p:cNvSpPr/>
          <p:nvPr/>
        </p:nvSpPr>
        <p:spPr>
          <a:xfrm>
            <a:off x="3097489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6709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9" name="Editable path 15"/>
          <p:cNvSpPr/>
          <p:nvPr/>
        </p:nvSpPr>
        <p:spPr>
          <a:xfrm>
            <a:off x="4070437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9656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21" name="Editable path 16"/>
          <p:cNvSpPr/>
          <p:nvPr/>
        </p:nvSpPr>
        <p:spPr>
          <a:xfrm>
            <a:off x="5043384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2604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23" name="Editable path 17"/>
          <p:cNvSpPr/>
          <p:nvPr/>
        </p:nvSpPr>
        <p:spPr>
          <a:xfrm>
            <a:off x="6016331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5551" y="3368707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0567" y="3609602"/>
            <a:ext cx="2877985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Layouts passing geometric screen (%)</a:t>
            </a:r>
          </a:p>
        </p:txBody>
      </p:sp>
      <p:sp>
        <p:nvSpPr>
          <p:cNvPr id="26" name="Editable path 18"/>
          <p:cNvSpPr/>
          <p:nvPr/>
        </p:nvSpPr>
        <p:spPr>
          <a:xfrm>
            <a:off x="1070034" y="691672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146" y="613837"/>
            <a:ext cx="647910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Bedroom</a:t>
            </a:r>
          </a:p>
        </p:txBody>
      </p:sp>
      <p:sp>
        <p:nvSpPr>
          <p:cNvPr id="28" name="Editable path 19"/>
          <p:cNvSpPr/>
          <p:nvPr/>
        </p:nvSpPr>
        <p:spPr>
          <a:xfrm>
            <a:off x="1070034" y="978554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119" y="900720"/>
            <a:ext cx="738441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Apartment</a:t>
            </a:r>
          </a:p>
        </p:txBody>
      </p:sp>
      <p:sp>
        <p:nvSpPr>
          <p:cNvPr id="30" name="Editable path 20"/>
          <p:cNvSpPr/>
          <p:nvPr/>
        </p:nvSpPr>
        <p:spPr>
          <a:xfrm>
            <a:off x="1070034" y="126543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7780" y="1187603"/>
            <a:ext cx="860944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Living room</a:t>
            </a:r>
          </a:p>
        </p:txBody>
      </p:sp>
      <p:sp>
        <p:nvSpPr>
          <p:cNvPr id="32" name="Editable path 21"/>
          <p:cNvSpPr/>
          <p:nvPr/>
        </p:nvSpPr>
        <p:spPr>
          <a:xfrm>
            <a:off x="1070034" y="1552319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798" y="1474485"/>
            <a:ext cx="493925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Dining</a:t>
            </a:r>
          </a:p>
        </p:txBody>
      </p:sp>
      <p:sp>
        <p:nvSpPr>
          <p:cNvPr id="34" name="Editable path 22"/>
          <p:cNvSpPr/>
          <p:nvPr/>
        </p:nvSpPr>
        <p:spPr>
          <a:xfrm>
            <a:off x="1070034" y="1839202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619" y="1761368"/>
            <a:ext cx="421337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Beam</a:t>
            </a:r>
          </a:p>
        </p:txBody>
      </p:sp>
      <p:sp>
        <p:nvSpPr>
          <p:cNvPr id="36" name="Editable path 23"/>
          <p:cNvSpPr/>
          <p:nvPr/>
        </p:nvSpPr>
        <p:spPr>
          <a:xfrm>
            <a:off x="1070034" y="2126085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73" y="2048250"/>
            <a:ext cx="457386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Office</a:t>
            </a:r>
          </a:p>
        </p:txBody>
      </p:sp>
      <p:sp>
        <p:nvSpPr>
          <p:cNvPr id="38" name="Editable path 24"/>
          <p:cNvSpPr/>
          <p:nvPr/>
        </p:nvSpPr>
        <p:spPr>
          <a:xfrm>
            <a:off x="1070034" y="2412967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927" y="2335133"/>
            <a:ext cx="394096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Crate</a:t>
            </a:r>
          </a:p>
        </p:txBody>
      </p:sp>
      <p:sp>
        <p:nvSpPr>
          <p:cNvPr id="40" name="Editable path 25"/>
          <p:cNvSpPr/>
          <p:nvPr/>
        </p:nvSpPr>
        <p:spPr>
          <a:xfrm>
            <a:off x="1070034" y="2699850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927" y="2622016"/>
            <a:ext cx="394096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Dock</a:t>
            </a:r>
          </a:p>
        </p:txBody>
      </p:sp>
      <p:sp>
        <p:nvSpPr>
          <p:cNvPr id="42" name="Editable path 26"/>
          <p:cNvSpPr/>
          <p:nvPr/>
        </p:nvSpPr>
        <p:spPr>
          <a:xfrm>
            <a:off x="1070034" y="2986732"/>
            <a:ext cx="81560" cy="0"/>
          </a:xfrm>
          <a:custGeom>
            <a:avLst/>
            <a:gdLst/>
            <a:ahLst/>
            <a:cxnLst/>
            <a:rect l="l" t="t" r="r" b="b"/>
            <a:pathLst>
              <a:path w="81560" h="0">
                <a:moveTo>
                  <a:pt x="8156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61" y="2908898"/>
            <a:ext cx="403394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Panel</a:t>
            </a:r>
          </a:p>
        </p:txBody>
      </p:sp>
      <p:sp>
        <p:nvSpPr>
          <p:cNvPr id="44" name="Editable path 27"/>
          <p:cNvSpPr/>
          <p:nvPr/>
        </p:nvSpPr>
        <p:spPr>
          <a:xfrm>
            <a:off x="1151594" y="450690"/>
            <a:ext cx="0" cy="2777024"/>
          </a:xfrm>
          <a:custGeom>
            <a:avLst/>
            <a:gdLst/>
            <a:ahLst/>
            <a:cxnLst/>
            <a:rect l="l" t="t" r="r" b="b"/>
            <a:pathLst>
              <a:path w="0" h="2777024">
                <a:moveTo>
                  <a:pt x="0" y="2777024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8"/>
          <p:cNvSpPr/>
          <p:nvPr/>
        </p:nvSpPr>
        <p:spPr>
          <a:xfrm>
            <a:off x="1151594" y="3227714"/>
            <a:ext cx="5448506" cy="0"/>
          </a:xfrm>
          <a:custGeom>
            <a:avLst/>
            <a:gdLst/>
            <a:ahLst/>
            <a:cxnLst/>
            <a:rect l="l" t="t" r="r" b="b"/>
            <a:pathLst>
              <a:path w="5448506" h="0">
                <a:moveTo>
                  <a:pt x="0" y="0"/>
                </a:moveTo>
                <a:lnTo>
                  <a:pt x="5448506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41117" y="605717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0.53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4733" y="892600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0.64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5973" y="1179482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0.85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2932" y="1466365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1.87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97808" y="1753247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2.02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049" y="2040130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2.68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0725" y="2327013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3.26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9348" y="2613895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4.17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28646" y="2900778"/>
            <a:ext cx="302936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4.32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5897" y="148715"/>
            <a:ext cx="2508205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(a) Available grasp placements</a:t>
            </a:r>
          </a:p>
        </p:txBody>
      </p:sp>
      <p:sp>
        <p:nvSpPr>
          <p:cNvPr id="56" name="Editable path 29"/>
          <p:cNvSpPr/>
          <p:nvPr/>
        </p:nvSpPr>
        <p:spPr>
          <a:xfrm>
            <a:off x="7327230" y="450690"/>
            <a:ext cx="4696989" cy="2777024"/>
          </a:xfrm>
          <a:custGeom>
            <a:avLst/>
            <a:gdLst/>
            <a:ahLst/>
            <a:cxnLst/>
            <a:rect l="l" t="t" r="r" b="b"/>
            <a:pathLst>
              <a:path w="4696989" h="2777024">
                <a:moveTo>
                  <a:pt x="0" y="0"/>
                </a:moveTo>
                <a:lnTo>
                  <a:pt x="4696989" y="0"/>
                </a:lnTo>
                <a:lnTo>
                  <a:pt x="4696989" y="2777024"/>
                </a:lnTo>
                <a:lnTo>
                  <a:pt x="0" y="27770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0"/>
          <p:cNvSpPr/>
          <p:nvPr/>
        </p:nvSpPr>
        <p:spPr>
          <a:xfrm>
            <a:off x="8501478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0388" y="3368707"/>
            <a:ext cx="602563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Uniform</a:t>
            </a:r>
          </a:p>
        </p:txBody>
      </p:sp>
      <p:sp>
        <p:nvSpPr>
          <p:cNvPr id="59" name="Editable path 31"/>
          <p:cNvSpPr/>
          <p:nvPr/>
        </p:nvSpPr>
        <p:spPr>
          <a:xfrm>
            <a:off x="10849972" y="3227714"/>
            <a:ext cx="0" cy="81560"/>
          </a:xfrm>
          <a:custGeom>
            <a:avLst/>
            <a:gdLst/>
            <a:ahLst/>
            <a:cxnLst/>
            <a:rect l="l" t="t" r="r" b="b"/>
            <a:pathLst>
              <a:path w="0" h="81560">
                <a:moveTo>
                  <a:pt x="0" y="0"/>
                </a:moveTo>
                <a:lnTo>
                  <a:pt x="0" y="8156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24384" y="3368707"/>
            <a:ext cx="1091594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Aperture-biased</a:t>
            </a:r>
          </a:p>
        </p:txBody>
      </p:sp>
      <p:sp>
        <p:nvSpPr>
          <p:cNvPr id="61" name="Editable path 32"/>
          <p:cNvSpPr/>
          <p:nvPr/>
        </p:nvSpPr>
        <p:spPr>
          <a:xfrm>
            <a:off x="7327230" y="3227714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33"/>
          <p:cNvSpPr/>
          <p:nvPr/>
        </p:nvSpPr>
        <p:spPr>
          <a:xfrm>
            <a:off x="7245671" y="3227714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82551" y="3149880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4" name="Editable path 34"/>
          <p:cNvSpPr/>
          <p:nvPr/>
        </p:nvSpPr>
        <p:spPr>
          <a:xfrm>
            <a:off x="7327230" y="2806953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35"/>
          <p:cNvSpPr/>
          <p:nvPr/>
        </p:nvSpPr>
        <p:spPr>
          <a:xfrm>
            <a:off x="7245671" y="2806953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2551" y="2729118"/>
            <a:ext cx="12233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67" name="Editable path 36"/>
          <p:cNvSpPr/>
          <p:nvPr/>
        </p:nvSpPr>
        <p:spPr>
          <a:xfrm>
            <a:off x="7327230" y="2386192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37"/>
          <p:cNvSpPr/>
          <p:nvPr/>
        </p:nvSpPr>
        <p:spPr>
          <a:xfrm>
            <a:off x="7245671" y="2386192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00991" y="2308357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70" name="Editable path 38"/>
          <p:cNvSpPr/>
          <p:nvPr/>
        </p:nvSpPr>
        <p:spPr>
          <a:xfrm>
            <a:off x="7327230" y="1965430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39"/>
          <p:cNvSpPr/>
          <p:nvPr/>
        </p:nvSpPr>
        <p:spPr>
          <a:xfrm>
            <a:off x="7245671" y="1965430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00991" y="1887596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15</a:t>
            </a:r>
          </a:p>
        </p:txBody>
      </p:sp>
      <p:sp>
        <p:nvSpPr>
          <p:cNvPr id="73" name="Editable path 40"/>
          <p:cNvSpPr/>
          <p:nvPr/>
        </p:nvSpPr>
        <p:spPr>
          <a:xfrm>
            <a:off x="7327230" y="1544669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1"/>
          <p:cNvSpPr/>
          <p:nvPr/>
        </p:nvSpPr>
        <p:spPr>
          <a:xfrm>
            <a:off x="7245671" y="1544669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00991" y="1466835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76" name="Editable path 42"/>
          <p:cNvSpPr/>
          <p:nvPr/>
        </p:nvSpPr>
        <p:spPr>
          <a:xfrm>
            <a:off x="7327230" y="1123908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43"/>
          <p:cNvSpPr/>
          <p:nvPr/>
        </p:nvSpPr>
        <p:spPr>
          <a:xfrm>
            <a:off x="7245671" y="1123908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00991" y="1046074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25</a:t>
            </a:r>
          </a:p>
        </p:txBody>
      </p:sp>
      <p:sp>
        <p:nvSpPr>
          <p:cNvPr id="79" name="Editable path 44"/>
          <p:cNvSpPr/>
          <p:nvPr/>
        </p:nvSpPr>
        <p:spPr>
          <a:xfrm>
            <a:off x="7327230" y="703147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0486">
            <a:solidFill>
              <a:srgbClr val="DADCE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45"/>
          <p:cNvSpPr/>
          <p:nvPr/>
        </p:nvSpPr>
        <p:spPr>
          <a:xfrm>
            <a:off x="7245671" y="703147"/>
            <a:ext cx="81559" cy="0"/>
          </a:xfrm>
          <a:custGeom>
            <a:avLst/>
            <a:gdLst/>
            <a:ahLst/>
            <a:cxnLst/>
            <a:rect l="l" t="t" r="r" b="b"/>
            <a:pathLst>
              <a:path w="81559" h="0">
                <a:moveTo>
                  <a:pt x="815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642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00991" y="625313"/>
            <a:ext cx="203899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82" name="TextBox 81"/>
          <p:cNvSpPr txBox="1"/>
          <p:nvPr/>
        </p:nvSpPr>
        <p:spPr>
          <a:xfrm rot="16200000">
            <a:off x="5587637" y="1723076"/>
            <a:ext cx="2531986" cy="223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7" b="0" i="0">
                <a:solidFill>
                  <a:srgbClr val="2B2B2B"/>
                </a:solidFill>
                <a:latin typeface="Times New Roman"/>
              </a:rPr>
              <a:t>Collision-check calls (thousands)</a:t>
            </a:r>
          </a:p>
        </p:txBody>
      </p:sp>
      <p:sp>
        <p:nvSpPr>
          <p:cNvPr id="83" name="Editable path 46"/>
          <p:cNvSpPr/>
          <p:nvPr/>
        </p:nvSpPr>
        <p:spPr>
          <a:xfrm>
            <a:off x="7984809" y="1241258"/>
            <a:ext cx="1033337" cy="0"/>
          </a:xfrm>
          <a:custGeom>
            <a:avLst/>
            <a:gdLst/>
            <a:ahLst/>
            <a:cxnLst/>
            <a:rect l="l" t="t" r="r" b="b"/>
            <a:pathLst>
              <a:path w="1033337" h="0">
                <a:moveTo>
                  <a:pt x="0" y="0"/>
                </a:moveTo>
                <a:lnTo>
                  <a:pt x="1033337" y="0"/>
                </a:lnTo>
              </a:path>
            </a:pathLst>
          </a:custGeom>
          <a:noFill/>
          <a:ln w="4660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47"/>
          <p:cNvSpPr/>
          <p:nvPr/>
        </p:nvSpPr>
        <p:spPr>
          <a:xfrm>
            <a:off x="10333303" y="2720907"/>
            <a:ext cx="1033338" cy="0"/>
          </a:xfrm>
          <a:custGeom>
            <a:avLst/>
            <a:gdLst/>
            <a:ahLst/>
            <a:cxnLst/>
            <a:rect l="l" t="t" r="r" b="b"/>
            <a:pathLst>
              <a:path w="1033338" h="0">
                <a:moveTo>
                  <a:pt x="0" y="0"/>
                </a:moveTo>
                <a:lnTo>
                  <a:pt x="1033338" y="0"/>
                </a:lnTo>
              </a:path>
            </a:pathLst>
          </a:custGeom>
          <a:noFill/>
          <a:ln w="466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48"/>
          <p:cNvSpPr/>
          <p:nvPr/>
        </p:nvSpPr>
        <p:spPr>
          <a:xfrm>
            <a:off x="7327230" y="450690"/>
            <a:ext cx="0" cy="2777024"/>
          </a:xfrm>
          <a:custGeom>
            <a:avLst/>
            <a:gdLst/>
            <a:ahLst/>
            <a:cxnLst/>
            <a:rect l="l" t="t" r="r" b="b"/>
            <a:pathLst>
              <a:path w="0" h="2777024">
                <a:moveTo>
                  <a:pt x="0" y="2777024"/>
                </a:moveTo>
                <a:lnTo>
                  <a:pt x="0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49"/>
          <p:cNvSpPr/>
          <p:nvPr/>
        </p:nvSpPr>
        <p:spPr>
          <a:xfrm>
            <a:off x="7327230" y="3227714"/>
            <a:ext cx="4696989" cy="0"/>
          </a:xfrm>
          <a:custGeom>
            <a:avLst/>
            <a:gdLst/>
            <a:ahLst/>
            <a:cxnLst/>
            <a:rect l="l" t="t" r="r" b="b"/>
            <a:pathLst>
              <a:path w="4696989" h="0">
                <a:moveTo>
                  <a:pt x="0" y="0"/>
                </a:moveTo>
                <a:lnTo>
                  <a:pt x="4696989" y="0"/>
                </a:lnTo>
              </a:path>
            </a:pathLst>
          </a:custGeom>
          <a:noFill/>
          <a:ln w="13981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50"/>
          <p:cNvSpPr/>
          <p:nvPr/>
        </p:nvSpPr>
        <p:spPr>
          <a:xfrm>
            <a:off x="8144067" y="1185996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51"/>
          <p:cNvSpPr/>
          <p:nvPr/>
        </p:nvSpPr>
        <p:spPr>
          <a:xfrm>
            <a:off x="8184774" y="2720512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6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2" y="88951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5"/>
                </a:lnTo>
                <a:lnTo>
                  <a:pt x="104100" y="55548"/>
                </a:lnTo>
                <a:lnTo>
                  <a:pt x="104213" y="52107"/>
                </a:lnTo>
                <a:lnTo>
                  <a:pt x="104100" y="48665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6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7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5"/>
                </a:lnTo>
                <a:lnTo>
                  <a:pt x="1011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1"/>
                </a:lnTo>
                <a:lnTo>
                  <a:pt x="17776" y="91304"/>
                </a:lnTo>
                <a:lnTo>
                  <a:pt x="20424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7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100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52"/>
          <p:cNvSpPr/>
          <p:nvPr/>
        </p:nvSpPr>
        <p:spPr>
          <a:xfrm>
            <a:off x="8225481" y="1178675"/>
            <a:ext cx="104214" cy="104213"/>
          </a:xfrm>
          <a:custGeom>
            <a:avLst/>
            <a:gdLst/>
            <a:ahLst/>
            <a:cxnLst/>
            <a:rect l="l" t="t" r="r" b="b"/>
            <a:pathLst>
              <a:path w="104214" h="104213">
                <a:moveTo>
                  <a:pt x="0" y="104213"/>
                </a:moveTo>
                <a:lnTo>
                  <a:pt x="104214" y="0"/>
                </a:lnTo>
                <a:close/>
                <a:moveTo>
                  <a:pt x="0" y="0"/>
                </a:moveTo>
                <a:lnTo>
                  <a:pt x="104214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53"/>
          <p:cNvSpPr/>
          <p:nvPr/>
        </p:nvSpPr>
        <p:spPr>
          <a:xfrm>
            <a:off x="8266189" y="1188857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54"/>
          <p:cNvSpPr/>
          <p:nvPr/>
        </p:nvSpPr>
        <p:spPr>
          <a:xfrm>
            <a:off x="8306896" y="1189194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55"/>
          <p:cNvSpPr/>
          <p:nvPr/>
        </p:nvSpPr>
        <p:spPr>
          <a:xfrm>
            <a:off x="8347603" y="2547579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6" y="103762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6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6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2" y="62320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6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7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6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6"/>
                </a:lnTo>
                <a:lnTo>
                  <a:pt x="62319" y="1011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6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5" y="12909"/>
                </a:lnTo>
                <a:lnTo>
                  <a:pt x="15262" y="15262"/>
                </a:lnTo>
                <a:lnTo>
                  <a:pt x="12909" y="17776"/>
                </a:lnTo>
                <a:lnTo>
                  <a:pt x="10738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6" y="32167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6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20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6"/>
                </a:lnTo>
                <a:lnTo>
                  <a:pt x="10738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2"/>
                </a:lnTo>
                <a:lnTo>
                  <a:pt x="48665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56"/>
          <p:cNvSpPr/>
          <p:nvPr/>
        </p:nvSpPr>
        <p:spPr>
          <a:xfrm>
            <a:off x="8388310" y="1190372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path 57"/>
          <p:cNvSpPr/>
          <p:nvPr/>
        </p:nvSpPr>
        <p:spPr>
          <a:xfrm>
            <a:off x="8429017" y="1879158"/>
            <a:ext cx="104214" cy="104213"/>
          </a:xfrm>
          <a:custGeom>
            <a:avLst/>
            <a:gdLst/>
            <a:ahLst/>
            <a:cxnLst/>
            <a:rect l="l" t="t" r="r" b="b"/>
            <a:pathLst>
              <a:path w="104214" h="104213">
                <a:moveTo>
                  <a:pt x="52107" y="104213"/>
                </a:moveTo>
                <a:lnTo>
                  <a:pt x="55549" y="104100"/>
                </a:lnTo>
                <a:lnTo>
                  <a:pt x="58956" y="103761"/>
                </a:lnTo>
                <a:lnTo>
                  <a:pt x="62320" y="103203"/>
                </a:lnTo>
                <a:lnTo>
                  <a:pt x="65630" y="102428"/>
                </a:lnTo>
                <a:lnTo>
                  <a:pt x="68876" y="101441"/>
                </a:lnTo>
                <a:lnTo>
                  <a:pt x="72047" y="100247"/>
                </a:lnTo>
                <a:lnTo>
                  <a:pt x="75135" y="98849"/>
                </a:lnTo>
                <a:lnTo>
                  <a:pt x="78128" y="97251"/>
                </a:lnTo>
                <a:lnTo>
                  <a:pt x="81016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2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2" y="58955"/>
                </a:lnTo>
                <a:lnTo>
                  <a:pt x="104100" y="55548"/>
                </a:lnTo>
                <a:lnTo>
                  <a:pt x="104214" y="52107"/>
                </a:lnTo>
                <a:lnTo>
                  <a:pt x="104100" y="48665"/>
                </a:lnTo>
                <a:lnTo>
                  <a:pt x="103762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2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8" y="6962"/>
                </a:lnTo>
                <a:lnTo>
                  <a:pt x="75135" y="5365"/>
                </a:lnTo>
                <a:lnTo>
                  <a:pt x="72047" y="3967"/>
                </a:lnTo>
                <a:lnTo>
                  <a:pt x="68876" y="2772"/>
                </a:lnTo>
                <a:lnTo>
                  <a:pt x="65630" y="1785"/>
                </a:lnTo>
                <a:lnTo>
                  <a:pt x="62320" y="1011"/>
                </a:lnTo>
                <a:lnTo>
                  <a:pt x="58956" y="452"/>
                </a:lnTo>
                <a:lnTo>
                  <a:pt x="55549" y="114"/>
                </a:lnTo>
                <a:lnTo>
                  <a:pt x="52107" y="0"/>
                </a:lnTo>
                <a:lnTo>
                  <a:pt x="48666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9" y="2772"/>
                </a:lnTo>
                <a:lnTo>
                  <a:pt x="32167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5" y="10738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8"/>
                </a:lnTo>
                <a:lnTo>
                  <a:pt x="6963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3" y="35338"/>
                </a:lnTo>
                <a:lnTo>
                  <a:pt x="1786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5"/>
                </a:lnTo>
                <a:lnTo>
                  <a:pt x="1011" y="62319"/>
                </a:lnTo>
                <a:lnTo>
                  <a:pt x="1786" y="65629"/>
                </a:lnTo>
                <a:lnTo>
                  <a:pt x="2773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3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4"/>
                </a:lnTo>
                <a:lnTo>
                  <a:pt x="20425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7" y="100247"/>
                </a:lnTo>
                <a:lnTo>
                  <a:pt x="35339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6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58"/>
          <p:cNvSpPr/>
          <p:nvPr/>
        </p:nvSpPr>
        <p:spPr>
          <a:xfrm>
            <a:off x="8469725" y="1371215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6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7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6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2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6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6"/>
                </a:lnTo>
                <a:lnTo>
                  <a:pt x="88951" y="15262"/>
                </a:lnTo>
                <a:lnTo>
                  <a:pt x="86437" y="12909"/>
                </a:lnTo>
                <a:lnTo>
                  <a:pt x="83789" y="10738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6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7" y="8755"/>
                </a:lnTo>
                <a:lnTo>
                  <a:pt x="20424" y="10738"/>
                </a:lnTo>
                <a:lnTo>
                  <a:pt x="17775" y="12909"/>
                </a:lnTo>
                <a:lnTo>
                  <a:pt x="15262" y="15262"/>
                </a:lnTo>
                <a:lnTo>
                  <a:pt x="12908" y="17776"/>
                </a:lnTo>
                <a:lnTo>
                  <a:pt x="10738" y="20424"/>
                </a:lnTo>
                <a:lnTo>
                  <a:pt x="8754" y="23198"/>
                </a:lnTo>
                <a:lnTo>
                  <a:pt x="6962" y="26086"/>
                </a:lnTo>
                <a:lnTo>
                  <a:pt x="5364" y="29079"/>
                </a:lnTo>
                <a:lnTo>
                  <a:pt x="3966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2" y="78127"/>
                </a:lnTo>
                <a:lnTo>
                  <a:pt x="8754" y="81016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2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7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59"/>
          <p:cNvSpPr/>
          <p:nvPr/>
        </p:nvSpPr>
        <p:spPr>
          <a:xfrm>
            <a:off x="8510432" y="1184229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60"/>
          <p:cNvSpPr/>
          <p:nvPr/>
        </p:nvSpPr>
        <p:spPr>
          <a:xfrm>
            <a:off x="8551139" y="1176319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61"/>
          <p:cNvSpPr/>
          <p:nvPr/>
        </p:nvSpPr>
        <p:spPr>
          <a:xfrm>
            <a:off x="8591847" y="1189110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62"/>
          <p:cNvSpPr/>
          <p:nvPr/>
        </p:nvSpPr>
        <p:spPr>
          <a:xfrm>
            <a:off x="8632554" y="1176403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63"/>
          <p:cNvSpPr/>
          <p:nvPr/>
        </p:nvSpPr>
        <p:spPr>
          <a:xfrm>
            <a:off x="8673261" y="1175898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64"/>
          <p:cNvSpPr/>
          <p:nvPr/>
        </p:nvSpPr>
        <p:spPr>
          <a:xfrm>
            <a:off x="8713968" y="1191045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0" y="104213"/>
                </a:moveTo>
                <a:lnTo>
                  <a:pt x="104213" y="0"/>
                </a:lnTo>
                <a:close/>
                <a:moveTo>
                  <a:pt x="0" y="0"/>
                </a:moveTo>
                <a:lnTo>
                  <a:pt x="104213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65"/>
          <p:cNvSpPr/>
          <p:nvPr/>
        </p:nvSpPr>
        <p:spPr>
          <a:xfrm>
            <a:off x="8754675" y="1644794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6" y="103761"/>
                </a:lnTo>
                <a:lnTo>
                  <a:pt x="62320" y="103203"/>
                </a:lnTo>
                <a:lnTo>
                  <a:pt x="65630" y="102428"/>
                </a:lnTo>
                <a:lnTo>
                  <a:pt x="68876" y="101441"/>
                </a:lnTo>
                <a:lnTo>
                  <a:pt x="72047" y="100247"/>
                </a:lnTo>
                <a:lnTo>
                  <a:pt x="75135" y="98849"/>
                </a:lnTo>
                <a:lnTo>
                  <a:pt x="78128" y="97251"/>
                </a:lnTo>
                <a:lnTo>
                  <a:pt x="81016" y="95458"/>
                </a:lnTo>
                <a:lnTo>
                  <a:pt x="83790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6"/>
                </a:lnTo>
                <a:lnTo>
                  <a:pt x="104100" y="55548"/>
                </a:lnTo>
                <a:lnTo>
                  <a:pt x="104213" y="52107"/>
                </a:lnTo>
                <a:lnTo>
                  <a:pt x="104100" y="48665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2"/>
                </a:lnTo>
                <a:lnTo>
                  <a:pt x="86438" y="12909"/>
                </a:lnTo>
                <a:lnTo>
                  <a:pt x="83790" y="10738"/>
                </a:lnTo>
                <a:lnTo>
                  <a:pt x="81016" y="8755"/>
                </a:lnTo>
                <a:lnTo>
                  <a:pt x="78128" y="6962"/>
                </a:lnTo>
                <a:lnTo>
                  <a:pt x="75135" y="5365"/>
                </a:lnTo>
                <a:lnTo>
                  <a:pt x="72047" y="3967"/>
                </a:lnTo>
                <a:lnTo>
                  <a:pt x="68876" y="2772"/>
                </a:lnTo>
                <a:lnTo>
                  <a:pt x="65630" y="1785"/>
                </a:lnTo>
                <a:lnTo>
                  <a:pt x="62320" y="1011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6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7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2" y="35338"/>
                </a:lnTo>
                <a:lnTo>
                  <a:pt x="1786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1" y="62319"/>
                </a:lnTo>
                <a:lnTo>
                  <a:pt x="1786" y="65629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5"/>
                </a:lnTo>
                <a:lnTo>
                  <a:pt x="20424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7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6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6B7280"/>
          </a:solidFill>
          <a:ln w="20972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82210" y="729494"/>
            <a:ext cx="878887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5/16 verified</a:t>
            </a:r>
          </a:p>
        </p:txBody>
      </p:sp>
      <p:sp>
        <p:nvSpPr>
          <p:cNvPr id="104" name="Editable path 66"/>
          <p:cNvSpPr/>
          <p:nvPr/>
        </p:nvSpPr>
        <p:spPr>
          <a:xfrm>
            <a:off x="10492561" y="2739530"/>
            <a:ext cx="104213" cy="104214"/>
          </a:xfrm>
          <a:custGeom>
            <a:avLst/>
            <a:gdLst/>
            <a:ahLst/>
            <a:cxnLst/>
            <a:rect l="l" t="t" r="r" b="b"/>
            <a:pathLst>
              <a:path w="104213" h="104214">
                <a:moveTo>
                  <a:pt x="52107" y="104214"/>
                </a:moveTo>
                <a:lnTo>
                  <a:pt x="55548" y="104100"/>
                </a:lnTo>
                <a:lnTo>
                  <a:pt x="58955" y="103762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2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2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8" y="81016"/>
                </a:lnTo>
                <a:lnTo>
                  <a:pt x="97251" y="78127"/>
                </a:lnTo>
                <a:lnTo>
                  <a:pt x="98848" y="75135"/>
                </a:lnTo>
                <a:lnTo>
                  <a:pt x="100246" y="72047"/>
                </a:lnTo>
                <a:lnTo>
                  <a:pt x="101441" y="68876"/>
                </a:lnTo>
                <a:lnTo>
                  <a:pt x="102428" y="65630"/>
                </a:lnTo>
                <a:lnTo>
                  <a:pt x="103202" y="62320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6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9"/>
                </a:lnTo>
                <a:lnTo>
                  <a:pt x="100246" y="32167"/>
                </a:lnTo>
                <a:lnTo>
                  <a:pt x="98848" y="29079"/>
                </a:lnTo>
                <a:lnTo>
                  <a:pt x="97251" y="26087"/>
                </a:lnTo>
                <a:lnTo>
                  <a:pt x="95458" y="23198"/>
                </a:lnTo>
                <a:lnTo>
                  <a:pt x="93475" y="20425"/>
                </a:lnTo>
                <a:lnTo>
                  <a:pt x="91305" y="17776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9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6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6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9"/>
                </a:lnTo>
                <a:lnTo>
                  <a:pt x="17775" y="12909"/>
                </a:lnTo>
                <a:lnTo>
                  <a:pt x="15261" y="15262"/>
                </a:lnTo>
                <a:lnTo>
                  <a:pt x="12909" y="17776"/>
                </a:lnTo>
                <a:lnTo>
                  <a:pt x="10738" y="20425"/>
                </a:lnTo>
                <a:lnTo>
                  <a:pt x="8755" y="23198"/>
                </a:lnTo>
                <a:lnTo>
                  <a:pt x="6962" y="26087"/>
                </a:lnTo>
                <a:lnTo>
                  <a:pt x="5365" y="29079"/>
                </a:lnTo>
                <a:lnTo>
                  <a:pt x="3966" y="32167"/>
                </a:lnTo>
                <a:lnTo>
                  <a:pt x="2772" y="35339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6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20"/>
                </a:lnTo>
                <a:lnTo>
                  <a:pt x="1785" y="65630"/>
                </a:lnTo>
                <a:lnTo>
                  <a:pt x="2772" y="68876"/>
                </a:lnTo>
                <a:lnTo>
                  <a:pt x="3966" y="72047"/>
                </a:lnTo>
                <a:lnTo>
                  <a:pt x="5365" y="75135"/>
                </a:lnTo>
                <a:lnTo>
                  <a:pt x="6962" y="78127"/>
                </a:lnTo>
                <a:lnTo>
                  <a:pt x="8755" y="81016"/>
                </a:lnTo>
                <a:lnTo>
                  <a:pt x="10738" y="83789"/>
                </a:lnTo>
                <a:lnTo>
                  <a:pt x="12909" y="86438"/>
                </a:lnTo>
                <a:lnTo>
                  <a:pt x="15261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2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2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2"/>
                </a:lnTo>
                <a:lnTo>
                  <a:pt x="48665" y="104100"/>
                </a:lnTo>
                <a:lnTo>
                  <a:pt x="52107" y="104214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67"/>
          <p:cNvSpPr/>
          <p:nvPr/>
        </p:nvSpPr>
        <p:spPr>
          <a:xfrm>
            <a:off x="10533268" y="1482969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6" y="103762"/>
                </a:lnTo>
                <a:lnTo>
                  <a:pt x="62320" y="103203"/>
                </a:lnTo>
                <a:lnTo>
                  <a:pt x="65630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6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6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30"/>
                </a:lnTo>
                <a:lnTo>
                  <a:pt x="103203" y="62320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6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7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6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9"/>
                </a:lnTo>
                <a:lnTo>
                  <a:pt x="81016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30" y="1786"/>
                </a:lnTo>
                <a:lnTo>
                  <a:pt x="62320" y="1011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6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6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9"/>
                </a:lnTo>
                <a:lnTo>
                  <a:pt x="17775" y="12909"/>
                </a:lnTo>
                <a:lnTo>
                  <a:pt x="15262" y="15262"/>
                </a:lnTo>
                <a:lnTo>
                  <a:pt x="12909" y="17776"/>
                </a:lnTo>
                <a:lnTo>
                  <a:pt x="10739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7"/>
                </a:lnTo>
                <a:lnTo>
                  <a:pt x="2772" y="35338"/>
                </a:lnTo>
                <a:lnTo>
                  <a:pt x="1785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6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1" y="62320"/>
                </a:lnTo>
                <a:lnTo>
                  <a:pt x="1785" y="65630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6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2"/>
                </a:lnTo>
                <a:lnTo>
                  <a:pt x="48666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68"/>
          <p:cNvSpPr/>
          <p:nvPr/>
        </p:nvSpPr>
        <p:spPr>
          <a:xfrm>
            <a:off x="10573975" y="2598071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099"/>
                </a:lnTo>
                <a:lnTo>
                  <a:pt x="58956" y="103761"/>
                </a:lnTo>
                <a:lnTo>
                  <a:pt x="62320" y="103202"/>
                </a:lnTo>
                <a:lnTo>
                  <a:pt x="65630" y="102427"/>
                </a:lnTo>
                <a:lnTo>
                  <a:pt x="68876" y="101441"/>
                </a:lnTo>
                <a:lnTo>
                  <a:pt x="72047" y="100246"/>
                </a:lnTo>
                <a:lnTo>
                  <a:pt x="75135" y="98848"/>
                </a:lnTo>
                <a:lnTo>
                  <a:pt x="78127" y="97251"/>
                </a:lnTo>
                <a:lnTo>
                  <a:pt x="81016" y="95458"/>
                </a:lnTo>
                <a:lnTo>
                  <a:pt x="83789" y="93474"/>
                </a:lnTo>
                <a:lnTo>
                  <a:pt x="86438" y="91304"/>
                </a:lnTo>
                <a:lnTo>
                  <a:pt x="88952" y="88951"/>
                </a:lnTo>
                <a:lnTo>
                  <a:pt x="91305" y="86437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6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2" y="58955"/>
                </a:lnTo>
                <a:lnTo>
                  <a:pt x="104100" y="55547"/>
                </a:lnTo>
                <a:lnTo>
                  <a:pt x="104213" y="52106"/>
                </a:lnTo>
                <a:lnTo>
                  <a:pt x="104100" y="48665"/>
                </a:lnTo>
                <a:lnTo>
                  <a:pt x="103762" y="45257"/>
                </a:lnTo>
                <a:lnTo>
                  <a:pt x="103203" y="41893"/>
                </a:lnTo>
                <a:lnTo>
                  <a:pt x="102428" y="38583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9" y="29078"/>
                </a:lnTo>
                <a:lnTo>
                  <a:pt x="97251" y="26086"/>
                </a:lnTo>
                <a:lnTo>
                  <a:pt x="95459" y="23197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1"/>
                </a:lnTo>
                <a:lnTo>
                  <a:pt x="86438" y="12908"/>
                </a:lnTo>
                <a:lnTo>
                  <a:pt x="83789" y="10738"/>
                </a:lnTo>
                <a:lnTo>
                  <a:pt x="81016" y="8754"/>
                </a:lnTo>
                <a:lnTo>
                  <a:pt x="78127" y="6962"/>
                </a:lnTo>
                <a:lnTo>
                  <a:pt x="75135" y="5364"/>
                </a:lnTo>
                <a:lnTo>
                  <a:pt x="72047" y="3966"/>
                </a:lnTo>
                <a:lnTo>
                  <a:pt x="68876" y="2772"/>
                </a:lnTo>
                <a:lnTo>
                  <a:pt x="65630" y="1785"/>
                </a:lnTo>
                <a:lnTo>
                  <a:pt x="62320" y="1010"/>
                </a:lnTo>
                <a:lnTo>
                  <a:pt x="58956" y="451"/>
                </a:lnTo>
                <a:lnTo>
                  <a:pt x="55548" y="113"/>
                </a:lnTo>
                <a:lnTo>
                  <a:pt x="52107" y="0"/>
                </a:lnTo>
                <a:lnTo>
                  <a:pt x="48666" y="113"/>
                </a:lnTo>
                <a:lnTo>
                  <a:pt x="45258" y="451"/>
                </a:lnTo>
                <a:lnTo>
                  <a:pt x="41894" y="1010"/>
                </a:lnTo>
                <a:lnTo>
                  <a:pt x="38584" y="1785"/>
                </a:lnTo>
                <a:lnTo>
                  <a:pt x="35338" y="2772"/>
                </a:lnTo>
                <a:lnTo>
                  <a:pt x="32167" y="3966"/>
                </a:lnTo>
                <a:lnTo>
                  <a:pt x="29079" y="5364"/>
                </a:lnTo>
                <a:lnTo>
                  <a:pt x="26086" y="6962"/>
                </a:lnTo>
                <a:lnTo>
                  <a:pt x="23198" y="8754"/>
                </a:lnTo>
                <a:lnTo>
                  <a:pt x="20424" y="10738"/>
                </a:lnTo>
                <a:lnTo>
                  <a:pt x="17776" y="12908"/>
                </a:lnTo>
                <a:lnTo>
                  <a:pt x="15262" y="15261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7"/>
                </a:lnTo>
                <a:lnTo>
                  <a:pt x="6963" y="26086"/>
                </a:lnTo>
                <a:lnTo>
                  <a:pt x="5365" y="29078"/>
                </a:lnTo>
                <a:lnTo>
                  <a:pt x="3967" y="32166"/>
                </a:lnTo>
                <a:lnTo>
                  <a:pt x="2772" y="35338"/>
                </a:lnTo>
                <a:lnTo>
                  <a:pt x="1786" y="38583"/>
                </a:lnTo>
                <a:lnTo>
                  <a:pt x="1011" y="41893"/>
                </a:lnTo>
                <a:lnTo>
                  <a:pt x="452" y="45257"/>
                </a:lnTo>
                <a:lnTo>
                  <a:pt x="114" y="48665"/>
                </a:lnTo>
                <a:lnTo>
                  <a:pt x="0" y="52106"/>
                </a:lnTo>
                <a:lnTo>
                  <a:pt x="114" y="55547"/>
                </a:lnTo>
                <a:lnTo>
                  <a:pt x="452" y="58955"/>
                </a:lnTo>
                <a:lnTo>
                  <a:pt x="1011" y="62319"/>
                </a:lnTo>
                <a:lnTo>
                  <a:pt x="1786" y="65629"/>
                </a:lnTo>
                <a:lnTo>
                  <a:pt x="2772" y="68875"/>
                </a:lnTo>
                <a:lnTo>
                  <a:pt x="3967" y="72046"/>
                </a:lnTo>
                <a:lnTo>
                  <a:pt x="5365" y="75134"/>
                </a:lnTo>
                <a:lnTo>
                  <a:pt x="6963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7"/>
                </a:lnTo>
                <a:lnTo>
                  <a:pt x="15262" y="88951"/>
                </a:lnTo>
                <a:lnTo>
                  <a:pt x="17776" y="91304"/>
                </a:lnTo>
                <a:lnTo>
                  <a:pt x="20424" y="93474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7" y="100246"/>
                </a:lnTo>
                <a:lnTo>
                  <a:pt x="35338" y="101441"/>
                </a:lnTo>
                <a:lnTo>
                  <a:pt x="38584" y="102427"/>
                </a:lnTo>
                <a:lnTo>
                  <a:pt x="41894" y="103202"/>
                </a:lnTo>
                <a:lnTo>
                  <a:pt x="45258" y="103761"/>
                </a:lnTo>
                <a:lnTo>
                  <a:pt x="48666" y="104099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path 69"/>
          <p:cNvSpPr/>
          <p:nvPr/>
        </p:nvSpPr>
        <p:spPr>
          <a:xfrm>
            <a:off x="10614683" y="2270634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6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7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6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7" y="65629"/>
                </a:lnTo>
                <a:lnTo>
                  <a:pt x="103202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7" y="38584"/>
                </a:lnTo>
                <a:lnTo>
                  <a:pt x="101441" y="35338"/>
                </a:lnTo>
                <a:lnTo>
                  <a:pt x="100246" y="32167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6"/>
                </a:lnTo>
                <a:lnTo>
                  <a:pt x="88951" y="15262"/>
                </a:lnTo>
                <a:lnTo>
                  <a:pt x="86437" y="12909"/>
                </a:lnTo>
                <a:lnTo>
                  <a:pt x="83789" y="10739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6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7" y="8755"/>
                </a:lnTo>
                <a:lnTo>
                  <a:pt x="20424" y="10739"/>
                </a:lnTo>
                <a:lnTo>
                  <a:pt x="17775" y="12909"/>
                </a:lnTo>
                <a:lnTo>
                  <a:pt x="15261" y="15262"/>
                </a:lnTo>
                <a:lnTo>
                  <a:pt x="12908" y="17776"/>
                </a:lnTo>
                <a:lnTo>
                  <a:pt x="10738" y="20424"/>
                </a:lnTo>
                <a:lnTo>
                  <a:pt x="8754" y="23198"/>
                </a:lnTo>
                <a:lnTo>
                  <a:pt x="6962" y="26086"/>
                </a:lnTo>
                <a:lnTo>
                  <a:pt x="5364" y="29079"/>
                </a:lnTo>
                <a:lnTo>
                  <a:pt x="3966" y="32167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1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1" y="58956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2" y="78127"/>
                </a:lnTo>
                <a:lnTo>
                  <a:pt x="8754" y="81016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1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7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70"/>
          <p:cNvSpPr/>
          <p:nvPr/>
        </p:nvSpPr>
        <p:spPr>
          <a:xfrm>
            <a:off x="10655390" y="2845731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7" y="104099"/>
                </a:lnTo>
                <a:lnTo>
                  <a:pt x="58955" y="103761"/>
                </a:lnTo>
                <a:lnTo>
                  <a:pt x="62319" y="103202"/>
                </a:lnTo>
                <a:lnTo>
                  <a:pt x="65629" y="102427"/>
                </a:lnTo>
                <a:lnTo>
                  <a:pt x="68875" y="101441"/>
                </a:lnTo>
                <a:lnTo>
                  <a:pt x="72047" y="100246"/>
                </a:lnTo>
                <a:lnTo>
                  <a:pt x="75134" y="98848"/>
                </a:lnTo>
                <a:lnTo>
                  <a:pt x="78127" y="97251"/>
                </a:lnTo>
                <a:lnTo>
                  <a:pt x="81015" y="95458"/>
                </a:lnTo>
                <a:lnTo>
                  <a:pt x="83789" y="93474"/>
                </a:lnTo>
                <a:lnTo>
                  <a:pt x="86438" y="91304"/>
                </a:lnTo>
                <a:lnTo>
                  <a:pt x="88951" y="88951"/>
                </a:lnTo>
                <a:lnTo>
                  <a:pt x="91304" y="86437"/>
                </a:lnTo>
                <a:lnTo>
                  <a:pt x="93475" y="83789"/>
                </a:lnTo>
                <a:lnTo>
                  <a:pt x="95458" y="81015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7" y="72046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5"/>
                </a:lnTo>
                <a:lnTo>
                  <a:pt x="104099" y="55547"/>
                </a:lnTo>
                <a:lnTo>
                  <a:pt x="104213" y="52106"/>
                </a:lnTo>
                <a:lnTo>
                  <a:pt x="104099" y="48665"/>
                </a:lnTo>
                <a:lnTo>
                  <a:pt x="103761" y="45257"/>
                </a:lnTo>
                <a:lnTo>
                  <a:pt x="103203" y="41893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7"/>
                </a:lnTo>
                <a:lnTo>
                  <a:pt x="93475" y="20424"/>
                </a:lnTo>
                <a:lnTo>
                  <a:pt x="91304" y="17775"/>
                </a:lnTo>
                <a:lnTo>
                  <a:pt x="88951" y="15261"/>
                </a:lnTo>
                <a:lnTo>
                  <a:pt x="86438" y="12908"/>
                </a:lnTo>
                <a:lnTo>
                  <a:pt x="83789" y="10738"/>
                </a:lnTo>
                <a:lnTo>
                  <a:pt x="81015" y="8754"/>
                </a:lnTo>
                <a:lnTo>
                  <a:pt x="78127" y="6962"/>
                </a:lnTo>
                <a:lnTo>
                  <a:pt x="75134" y="5364"/>
                </a:lnTo>
                <a:lnTo>
                  <a:pt x="72047" y="3966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0"/>
                </a:lnTo>
                <a:lnTo>
                  <a:pt x="58955" y="451"/>
                </a:lnTo>
                <a:lnTo>
                  <a:pt x="55547" y="113"/>
                </a:lnTo>
                <a:lnTo>
                  <a:pt x="52106" y="0"/>
                </a:lnTo>
                <a:lnTo>
                  <a:pt x="48665" y="113"/>
                </a:lnTo>
                <a:lnTo>
                  <a:pt x="45257" y="451"/>
                </a:lnTo>
                <a:lnTo>
                  <a:pt x="41894" y="1010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6"/>
                </a:lnTo>
                <a:lnTo>
                  <a:pt x="29079" y="5364"/>
                </a:lnTo>
                <a:lnTo>
                  <a:pt x="26086" y="6962"/>
                </a:lnTo>
                <a:lnTo>
                  <a:pt x="23198" y="8754"/>
                </a:lnTo>
                <a:lnTo>
                  <a:pt x="20424" y="10738"/>
                </a:lnTo>
                <a:lnTo>
                  <a:pt x="17775" y="12908"/>
                </a:lnTo>
                <a:lnTo>
                  <a:pt x="15262" y="15261"/>
                </a:lnTo>
                <a:lnTo>
                  <a:pt x="12909" y="17775"/>
                </a:lnTo>
                <a:lnTo>
                  <a:pt x="10738" y="20424"/>
                </a:lnTo>
                <a:lnTo>
                  <a:pt x="8755" y="23197"/>
                </a:lnTo>
                <a:lnTo>
                  <a:pt x="6962" y="26086"/>
                </a:lnTo>
                <a:lnTo>
                  <a:pt x="5364" y="29079"/>
                </a:lnTo>
                <a:lnTo>
                  <a:pt x="3966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3"/>
                </a:lnTo>
                <a:lnTo>
                  <a:pt x="452" y="45257"/>
                </a:lnTo>
                <a:lnTo>
                  <a:pt x="114" y="48665"/>
                </a:lnTo>
                <a:lnTo>
                  <a:pt x="0" y="52106"/>
                </a:lnTo>
                <a:lnTo>
                  <a:pt x="114" y="55547"/>
                </a:lnTo>
                <a:lnTo>
                  <a:pt x="452" y="58955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6"/>
                </a:lnTo>
                <a:lnTo>
                  <a:pt x="5364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8" y="83789"/>
                </a:lnTo>
                <a:lnTo>
                  <a:pt x="12909" y="86437"/>
                </a:lnTo>
                <a:lnTo>
                  <a:pt x="15262" y="88951"/>
                </a:lnTo>
                <a:lnTo>
                  <a:pt x="17775" y="91304"/>
                </a:lnTo>
                <a:lnTo>
                  <a:pt x="20424" y="93474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6" y="100246"/>
                </a:lnTo>
                <a:lnTo>
                  <a:pt x="35338" y="101441"/>
                </a:lnTo>
                <a:lnTo>
                  <a:pt x="38584" y="102427"/>
                </a:lnTo>
                <a:lnTo>
                  <a:pt x="41894" y="103202"/>
                </a:lnTo>
                <a:lnTo>
                  <a:pt x="45257" y="103761"/>
                </a:lnTo>
                <a:lnTo>
                  <a:pt x="48665" y="104099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path 71"/>
          <p:cNvSpPr/>
          <p:nvPr/>
        </p:nvSpPr>
        <p:spPr>
          <a:xfrm>
            <a:off x="10696097" y="2797932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6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4" y="86438"/>
                </a:lnTo>
                <a:lnTo>
                  <a:pt x="93475" y="83789"/>
                </a:lnTo>
                <a:lnTo>
                  <a:pt x="95458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6"/>
                </a:lnTo>
                <a:lnTo>
                  <a:pt x="104100" y="55548"/>
                </a:lnTo>
                <a:lnTo>
                  <a:pt x="104213" y="52107"/>
                </a:lnTo>
                <a:lnTo>
                  <a:pt x="104100" y="48665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5" y="20424"/>
                </a:lnTo>
                <a:lnTo>
                  <a:pt x="91304" y="17775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6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7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1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7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100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path 72"/>
          <p:cNvSpPr/>
          <p:nvPr/>
        </p:nvSpPr>
        <p:spPr>
          <a:xfrm>
            <a:off x="10736805" y="2099300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7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4" y="101441"/>
                </a:lnTo>
                <a:lnTo>
                  <a:pt x="72046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8" y="93475"/>
                </a:lnTo>
                <a:lnTo>
                  <a:pt x="86437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6"/>
                </a:lnTo>
                <a:lnTo>
                  <a:pt x="97250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0" y="68875"/>
                </a:lnTo>
                <a:lnTo>
                  <a:pt x="102427" y="65629"/>
                </a:lnTo>
                <a:lnTo>
                  <a:pt x="103202" y="62320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7" y="38584"/>
                </a:lnTo>
                <a:lnTo>
                  <a:pt x="101440" y="35338"/>
                </a:lnTo>
                <a:lnTo>
                  <a:pt x="100246" y="32167"/>
                </a:lnTo>
                <a:lnTo>
                  <a:pt x="98848" y="29079"/>
                </a:lnTo>
                <a:lnTo>
                  <a:pt x="97250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6"/>
                </a:lnTo>
                <a:lnTo>
                  <a:pt x="88951" y="15262"/>
                </a:lnTo>
                <a:lnTo>
                  <a:pt x="86437" y="12909"/>
                </a:lnTo>
                <a:lnTo>
                  <a:pt x="83788" y="10739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6" y="3967"/>
                </a:lnTo>
                <a:lnTo>
                  <a:pt x="68874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7" y="114"/>
                </a:lnTo>
                <a:lnTo>
                  <a:pt x="52106" y="0"/>
                </a:lnTo>
                <a:lnTo>
                  <a:pt x="48664" y="114"/>
                </a:lnTo>
                <a:lnTo>
                  <a:pt x="45257" y="452"/>
                </a:lnTo>
                <a:lnTo>
                  <a:pt x="41893" y="1011"/>
                </a:lnTo>
                <a:lnTo>
                  <a:pt x="38583" y="1785"/>
                </a:lnTo>
                <a:lnTo>
                  <a:pt x="35337" y="2772"/>
                </a:lnTo>
                <a:lnTo>
                  <a:pt x="32166" y="3967"/>
                </a:lnTo>
                <a:lnTo>
                  <a:pt x="29078" y="5365"/>
                </a:lnTo>
                <a:lnTo>
                  <a:pt x="26085" y="6962"/>
                </a:lnTo>
                <a:lnTo>
                  <a:pt x="23197" y="8755"/>
                </a:lnTo>
                <a:lnTo>
                  <a:pt x="20423" y="10739"/>
                </a:lnTo>
                <a:lnTo>
                  <a:pt x="17774" y="12909"/>
                </a:lnTo>
                <a:lnTo>
                  <a:pt x="15261" y="15262"/>
                </a:lnTo>
                <a:lnTo>
                  <a:pt x="12908" y="17776"/>
                </a:lnTo>
                <a:lnTo>
                  <a:pt x="10737" y="20424"/>
                </a:lnTo>
                <a:lnTo>
                  <a:pt x="8754" y="23198"/>
                </a:lnTo>
                <a:lnTo>
                  <a:pt x="6961" y="26086"/>
                </a:lnTo>
                <a:lnTo>
                  <a:pt x="5364" y="29079"/>
                </a:lnTo>
                <a:lnTo>
                  <a:pt x="3966" y="32167"/>
                </a:lnTo>
                <a:lnTo>
                  <a:pt x="2771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1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1" y="58956"/>
                </a:lnTo>
                <a:lnTo>
                  <a:pt x="1010" y="62320"/>
                </a:lnTo>
                <a:lnTo>
                  <a:pt x="1785" y="65629"/>
                </a:lnTo>
                <a:lnTo>
                  <a:pt x="2771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1" y="78127"/>
                </a:lnTo>
                <a:lnTo>
                  <a:pt x="8754" y="81016"/>
                </a:lnTo>
                <a:lnTo>
                  <a:pt x="10737" y="83789"/>
                </a:lnTo>
                <a:lnTo>
                  <a:pt x="12908" y="86438"/>
                </a:lnTo>
                <a:lnTo>
                  <a:pt x="15261" y="88952"/>
                </a:lnTo>
                <a:lnTo>
                  <a:pt x="17774" y="91305"/>
                </a:lnTo>
                <a:lnTo>
                  <a:pt x="20423" y="93475"/>
                </a:lnTo>
                <a:lnTo>
                  <a:pt x="23197" y="95459"/>
                </a:lnTo>
                <a:lnTo>
                  <a:pt x="26085" y="97251"/>
                </a:lnTo>
                <a:lnTo>
                  <a:pt x="29078" y="98849"/>
                </a:lnTo>
                <a:lnTo>
                  <a:pt x="32166" y="100247"/>
                </a:lnTo>
                <a:lnTo>
                  <a:pt x="35337" y="101441"/>
                </a:lnTo>
                <a:lnTo>
                  <a:pt x="38583" y="102428"/>
                </a:lnTo>
                <a:lnTo>
                  <a:pt x="41893" y="103203"/>
                </a:lnTo>
                <a:lnTo>
                  <a:pt x="45257" y="103761"/>
                </a:lnTo>
                <a:lnTo>
                  <a:pt x="48664" y="104100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73"/>
          <p:cNvSpPr/>
          <p:nvPr/>
        </p:nvSpPr>
        <p:spPr>
          <a:xfrm>
            <a:off x="10777512" y="1650180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7" y="104099"/>
                </a:lnTo>
                <a:lnTo>
                  <a:pt x="58955" y="103761"/>
                </a:lnTo>
                <a:lnTo>
                  <a:pt x="62319" y="103202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6" y="100246"/>
                </a:lnTo>
                <a:lnTo>
                  <a:pt x="75134" y="98848"/>
                </a:lnTo>
                <a:lnTo>
                  <a:pt x="78127" y="97251"/>
                </a:lnTo>
                <a:lnTo>
                  <a:pt x="81015" y="95458"/>
                </a:lnTo>
                <a:lnTo>
                  <a:pt x="83789" y="93475"/>
                </a:lnTo>
                <a:lnTo>
                  <a:pt x="86437" y="91304"/>
                </a:lnTo>
                <a:lnTo>
                  <a:pt x="88951" y="88951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5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2" y="62319"/>
                </a:lnTo>
                <a:lnTo>
                  <a:pt x="103761" y="58955"/>
                </a:lnTo>
                <a:lnTo>
                  <a:pt x="104099" y="55548"/>
                </a:lnTo>
                <a:lnTo>
                  <a:pt x="104213" y="52106"/>
                </a:lnTo>
                <a:lnTo>
                  <a:pt x="104099" y="48665"/>
                </a:lnTo>
                <a:lnTo>
                  <a:pt x="103761" y="45257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6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5"/>
                </a:lnTo>
                <a:lnTo>
                  <a:pt x="88951" y="15261"/>
                </a:lnTo>
                <a:lnTo>
                  <a:pt x="86437" y="12908"/>
                </a:lnTo>
                <a:lnTo>
                  <a:pt x="83789" y="10738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4"/>
                </a:lnTo>
                <a:lnTo>
                  <a:pt x="72046" y="3966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0"/>
                </a:lnTo>
                <a:lnTo>
                  <a:pt x="58955" y="452"/>
                </a:lnTo>
                <a:lnTo>
                  <a:pt x="55547" y="113"/>
                </a:lnTo>
                <a:lnTo>
                  <a:pt x="52106" y="0"/>
                </a:lnTo>
                <a:lnTo>
                  <a:pt x="48665" y="113"/>
                </a:lnTo>
                <a:lnTo>
                  <a:pt x="45257" y="452"/>
                </a:lnTo>
                <a:lnTo>
                  <a:pt x="41893" y="1010"/>
                </a:lnTo>
                <a:lnTo>
                  <a:pt x="38583" y="1785"/>
                </a:lnTo>
                <a:lnTo>
                  <a:pt x="35338" y="2772"/>
                </a:lnTo>
                <a:lnTo>
                  <a:pt x="32166" y="3966"/>
                </a:lnTo>
                <a:lnTo>
                  <a:pt x="29078" y="5364"/>
                </a:lnTo>
                <a:lnTo>
                  <a:pt x="26086" y="6962"/>
                </a:lnTo>
                <a:lnTo>
                  <a:pt x="23197" y="8755"/>
                </a:lnTo>
                <a:lnTo>
                  <a:pt x="20424" y="10738"/>
                </a:lnTo>
                <a:lnTo>
                  <a:pt x="17775" y="12908"/>
                </a:lnTo>
                <a:lnTo>
                  <a:pt x="15261" y="15261"/>
                </a:lnTo>
                <a:lnTo>
                  <a:pt x="12908" y="17775"/>
                </a:lnTo>
                <a:lnTo>
                  <a:pt x="10738" y="20424"/>
                </a:lnTo>
                <a:lnTo>
                  <a:pt x="8754" y="23198"/>
                </a:lnTo>
                <a:lnTo>
                  <a:pt x="6962" y="26086"/>
                </a:lnTo>
                <a:lnTo>
                  <a:pt x="5364" y="29079"/>
                </a:lnTo>
                <a:lnTo>
                  <a:pt x="3966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7"/>
                </a:lnTo>
                <a:lnTo>
                  <a:pt x="113" y="48665"/>
                </a:lnTo>
                <a:lnTo>
                  <a:pt x="0" y="52106"/>
                </a:lnTo>
                <a:lnTo>
                  <a:pt x="113" y="55548"/>
                </a:lnTo>
                <a:lnTo>
                  <a:pt x="452" y="58955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2" y="78127"/>
                </a:lnTo>
                <a:lnTo>
                  <a:pt x="8754" y="81015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1" y="88951"/>
                </a:lnTo>
                <a:lnTo>
                  <a:pt x="17775" y="91304"/>
                </a:lnTo>
                <a:lnTo>
                  <a:pt x="20424" y="93475"/>
                </a:lnTo>
                <a:lnTo>
                  <a:pt x="23197" y="95458"/>
                </a:lnTo>
                <a:lnTo>
                  <a:pt x="26086" y="97251"/>
                </a:lnTo>
                <a:lnTo>
                  <a:pt x="29078" y="98848"/>
                </a:lnTo>
                <a:lnTo>
                  <a:pt x="32166" y="100246"/>
                </a:lnTo>
                <a:lnTo>
                  <a:pt x="35338" y="101441"/>
                </a:lnTo>
                <a:lnTo>
                  <a:pt x="38583" y="102428"/>
                </a:lnTo>
                <a:lnTo>
                  <a:pt x="41893" y="103202"/>
                </a:lnTo>
                <a:lnTo>
                  <a:pt x="45257" y="103761"/>
                </a:lnTo>
                <a:lnTo>
                  <a:pt x="48665" y="104099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74"/>
          <p:cNvSpPr/>
          <p:nvPr/>
        </p:nvSpPr>
        <p:spPr>
          <a:xfrm>
            <a:off x="10818219" y="2949322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8"/>
                </a:lnTo>
                <a:lnTo>
                  <a:pt x="78127" y="97251"/>
                </a:lnTo>
                <a:lnTo>
                  <a:pt x="81015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1" y="88951"/>
                </a:lnTo>
                <a:lnTo>
                  <a:pt x="91304" y="86438"/>
                </a:lnTo>
                <a:lnTo>
                  <a:pt x="93475" y="83789"/>
                </a:lnTo>
                <a:lnTo>
                  <a:pt x="95458" y="81015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7" y="65629"/>
                </a:lnTo>
                <a:lnTo>
                  <a:pt x="103202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7" y="38584"/>
                </a:lnTo>
                <a:lnTo>
                  <a:pt x="101441" y="35338"/>
                </a:lnTo>
                <a:lnTo>
                  <a:pt x="100246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5" y="20424"/>
                </a:lnTo>
                <a:lnTo>
                  <a:pt x="91304" y="17775"/>
                </a:lnTo>
                <a:lnTo>
                  <a:pt x="88951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6" y="0"/>
                </a:lnTo>
                <a:lnTo>
                  <a:pt x="48665" y="114"/>
                </a:lnTo>
                <a:lnTo>
                  <a:pt x="45257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5" y="12909"/>
                </a:lnTo>
                <a:lnTo>
                  <a:pt x="15261" y="15262"/>
                </a:lnTo>
                <a:lnTo>
                  <a:pt x="12908" y="17775"/>
                </a:lnTo>
                <a:lnTo>
                  <a:pt x="10738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1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1" y="88951"/>
                </a:lnTo>
                <a:lnTo>
                  <a:pt x="17775" y="91304"/>
                </a:lnTo>
                <a:lnTo>
                  <a:pt x="20424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7" y="103761"/>
                </a:lnTo>
                <a:lnTo>
                  <a:pt x="48665" y="104100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path 75"/>
          <p:cNvSpPr/>
          <p:nvPr/>
        </p:nvSpPr>
        <p:spPr>
          <a:xfrm>
            <a:off x="10858926" y="2758633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099"/>
                </a:lnTo>
                <a:lnTo>
                  <a:pt x="58956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8"/>
                </a:lnTo>
                <a:lnTo>
                  <a:pt x="78127" y="97251"/>
                </a:lnTo>
                <a:lnTo>
                  <a:pt x="81016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2" y="88951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2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5" y="12909"/>
                </a:lnTo>
                <a:lnTo>
                  <a:pt x="15262" y="15262"/>
                </a:lnTo>
                <a:lnTo>
                  <a:pt x="12909" y="17775"/>
                </a:lnTo>
                <a:lnTo>
                  <a:pt x="10738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6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5"/>
                </a:lnTo>
                <a:lnTo>
                  <a:pt x="10738" y="83789"/>
                </a:lnTo>
                <a:lnTo>
                  <a:pt x="12909" y="86438"/>
                </a:lnTo>
                <a:lnTo>
                  <a:pt x="15262" y="88951"/>
                </a:lnTo>
                <a:lnTo>
                  <a:pt x="17775" y="91304"/>
                </a:lnTo>
                <a:lnTo>
                  <a:pt x="20424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099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path 76"/>
          <p:cNvSpPr/>
          <p:nvPr/>
        </p:nvSpPr>
        <p:spPr>
          <a:xfrm>
            <a:off x="10899633" y="3004610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099"/>
                </a:lnTo>
                <a:lnTo>
                  <a:pt x="58956" y="103761"/>
                </a:lnTo>
                <a:lnTo>
                  <a:pt x="62320" y="103203"/>
                </a:lnTo>
                <a:lnTo>
                  <a:pt x="65630" y="102428"/>
                </a:lnTo>
                <a:lnTo>
                  <a:pt x="68876" y="101441"/>
                </a:lnTo>
                <a:lnTo>
                  <a:pt x="72047" y="100247"/>
                </a:lnTo>
                <a:lnTo>
                  <a:pt x="75135" y="98848"/>
                </a:lnTo>
                <a:lnTo>
                  <a:pt x="78127" y="97251"/>
                </a:lnTo>
                <a:lnTo>
                  <a:pt x="81016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9" y="81016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5"/>
                </a:lnTo>
                <a:lnTo>
                  <a:pt x="104100" y="55548"/>
                </a:lnTo>
                <a:lnTo>
                  <a:pt x="104213" y="52107"/>
                </a:lnTo>
                <a:lnTo>
                  <a:pt x="104100" y="48665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8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1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6" y="8755"/>
                </a:lnTo>
                <a:lnTo>
                  <a:pt x="78127" y="6962"/>
                </a:lnTo>
                <a:lnTo>
                  <a:pt x="75135" y="5365"/>
                </a:lnTo>
                <a:lnTo>
                  <a:pt x="72047" y="3966"/>
                </a:lnTo>
                <a:lnTo>
                  <a:pt x="68876" y="2772"/>
                </a:lnTo>
                <a:lnTo>
                  <a:pt x="65630" y="1785"/>
                </a:lnTo>
                <a:lnTo>
                  <a:pt x="62320" y="1010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6" y="114"/>
                </a:lnTo>
                <a:lnTo>
                  <a:pt x="45258" y="452"/>
                </a:lnTo>
                <a:lnTo>
                  <a:pt x="41894" y="1010"/>
                </a:lnTo>
                <a:lnTo>
                  <a:pt x="38584" y="1785"/>
                </a:lnTo>
                <a:lnTo>
                  <a:pt x="35338" y="2772"/>
                </a:lnTo>
                <a:lnTo>
                  <a:pt x="32167" y="3966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6" y="12909"/>
                </a:lnTo>
                <a:lnTo>
                  <a:pt x="15262" y="15261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5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5"/>
                </a:lnTo>
                <a:lnTo>
                  <a:pt x="1011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7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6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4"/>
                </a:lnTo>
                <a:lnTo>
                  <a:pt x="20424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7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6" y="104099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77"/>
          <p:cNvSpPr/>
          <p:nvPr/>
        </p:nvSpPr>
        <p:spPr>
          <a:xfrm>
            <a:off x="10940340" y="2583260"/>
            <a:ext cx="104214" cy="104213"/>
          </a:xfrm>
          <a:custGeom>
            <a:avLst/>
            <a:gdLst/>
            <a:ahLst/>
            <a:cxnLst/>
            <a:rect l="l" t="t" r="r" b="b"/>
            <a:pathLst>
              <a:path w="104214" h="104213">
                <a:moveTo>
                  <a:pt x="52107" y="104213"/>
                </a:moveTo>
                <a:lnTo>
                  <a:pt x="55548" y="104099"/>
                </a:lnTo>
                <a:lnTo>
                  <a:pt x="58956" y="103761"/>
                </a:lnTo>
                <a:lnTo>
                  <a:pt x="62320" y="103202"/>
                </a:lnTo>
                <a:lnTo>
                  <a:pt x="65630" y="102428"/>
                </a:lnTo>
                <a:lnTo>
                  <a:pt x="68875" y="101441"/>
                </a:lnTo>
                <a:lnTo>
                  <a:pt x="72047" y="100246"/>
                </a:lnTo>
                <a:lnTo>
                  <a:pt x="75135" y="98848"/>
                </a:lnTo>
                <a:lnTo>
                  <a:pt x="78127" y="97251"/>
                </a:lnTo>
                <a:lnTo>
                  <a:pt x="81016" y="95458"/>
                </a:lnTo>
                <a:lnTo>
                  <a:pt x="83789" y="93475"/>
                </a:lnTo>
                <a:lnTo>
                  <a:pt x="86438" y="91304"/>
                </a:lnTo>
                <a:lnTo>
                  <a:pt x="88952" y="88951"/>
                </a:lnTo>
                <a:lnTo>
                  <a:pt x="91305" y="86437"/>
                </a:lnTo>
                <a:lnTo>
                  <a:pt x="93475" y="83789"/>
                </a:lnTo>
                <a:lnTo>
                  <a:pt x="95459" y="81015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6"/>
                </a:lnTo>
                <a:lnTo>
                  <a:pt x="101442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2" y="58955"/>
                </a:lnTo>
                <a:lnTo>
                  <a:pt x="104100" y="55548"/>
                </a:lnTo>
                <a:lnTo>
                  <a:pt x="104214" y="52106"/>
                </a:lnTo>
                <a:lnTo>
                  <a:pt x="104100" y="48665"/>
                </a:lnTo>
                <a:lnTo>
                  <a:pt x="103762" y="45257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2" y="35338"/>
                </a:lnTo>
                <a:lnTo>
                  <a:pt x="100247" y="32166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9" y="23197"/>
                </a:lnTo>
                <a:lnTo>
                  <a:pt x="93475" y="20424"/>
                </a:lnTo>
                <a:lnTo>
                  <a:pt x="91305" y="17775"/>
                </a:lnTo>
                <a:lnTo>
                  <a:pt x="88952" y="15261"/>
                </a:lnTo>
                <a:lnTo>
                  <a:pt x="86438" y="12908"/>
                </a:lnTo>
                <a:lnTo>
                  <a:pt x="83789" y="10738"/>
                </a:lnTo>
                <a:lnTo>
                  <a:pt x="81016" y="8754"/>
                </a:lnTo>
                <a:lnTo>
                  <a:pt x="78127" y="6962"/>
                </a:lnTo>
                <a:lnTo>
                  <a:pt x="75135" y="5364"/>
                </a:lnTo>
                <a:lnTo>
                  <a:pt x="72047" y="3966"/>
                </a:lnTo>
                <a:lnTo>
                  <a:pt x="68875" y="2772"/>
                </a:lnTo>
                <a:lnTo>
                  <a:pt x="65630" y="1785"/>
                </a:lnTo>
                <a:lnTo>
                  <a:pt x="62320" y="1010"/>
                </a:lnTo>
                <a:lnTo>
                  <a:pt x="58956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6" y="114"/>
                </a:lnTo>
                <a:lnTo>
                  <a:pt x="45258" y="452"/>
                </a:lnTo>
                <a:lnTo>
                  <a:pt x="41894" y="1010"/>
                </a:lnTo>
                <a:lnTo>
                  <a:pt x="38584" y="1785"/>
                </a:lnTo>
                <a:lnTo>
                  <a:pt x="35339" y="2772"/>
                </a:lnTo>
                <a:lnTo>
                  <a:pt x="32167" y="3966"/>
                </a:lnTo>
                <a:lnTo>
                  <a:pt x="29079" y="5364"/>
                </a:lnTo>
                <a:lnTo>
                  <a:pt x="26086" y="6962"/>
                </a:lnTo>
                <a:lnTo>
                  <a:pt x="23198" y="8754"/>
                </a:lnTo>
                <a:lnTo>
                  <a:pt x="20425" y="10738"/>
                </a:lnTo>
                <a:lnTo>
                  <a:pt x="17776" y="12908"/>
                </a:lnTo>
                <a:lnTo>
                  <a:pt x="15262" y="15261"/>
                </a:lnTo>
                <a:lnTo>
                  <a:pt x="12909" y="17775"/>
                </a:lnTo>
                <a:lnTo>
                  <a:pt x="10739" y="20424"/>
                </a:lnTo>
                <a:lnTo>
                  <a:pt x="8755" y="23197"/>
                </a:lnTo>
                <a:lnTo>
                  <a:pt x="6963" y="26086"/>
                </a:lnTo>
                <a:lnTo>
                  <a:pt x="5365" y="29079"/>
                </a:lnTo>
                <a:lnTo>
                  <a:pt x="3967" y="32166"/>
                </a:lnTo>
                <a:lnTo>
                  <a:pt x="2773" y="35338"/>
                </a:lnTo>
                <a:lnTo>
                  <a:pt x="1786" y="38584"/>
                </a:lnTo>
                <a:lnTo>
                  <a:pt x="1011" y="41894"/>
                </a:lnTo>
                <a:lnTo>
                  <a:pt x="452" y="45257"/>
                </a:lnTo>
                <a:lnTo>
                  <a:pt x="114" y="48665"/>
                </a:lnTo>
                <a:lnTo>
                  <a:pt x="0" y="52106"/>
                </a:lnTo>
                <a:lnTo>
                  <a:pt x="114" y="55548"/>
                </a:lnTo>
                <a:lnTo>
                  <a:pt x="452" y="58955"/>
                </a:lnTo>
                <a:lnTo>
                  <a:pt x="1011" y="62319"/>
                </a:lnTo>
                <a:lnTo>
                  <a:pt x="1786" y="65629"/>
                </a:lnTo>
                <a:lnTo>
                  <a:pt x="2773" y="68875"/>
                </a:lnTo>
                <a:lnTo>
                  <a:pt x="3967" y="72046"/>
                </a:lnTo>
                <a:lnTo>
                  <a:pt x="5365" y="75134"/>
                </a:lnTo>
                <a:lnTo>
                  <a:pt x="6963" y="78127"/>
                </a:lnTo>
                <a:lnTo>
                  <a:pt x="8755" y="81015"/>
                </a:lnTo>
                <a:lnTo>
                  <a:pt x="10739" y="83789"/>
                </a:lnTo>
                <a:lnTo>
                  <a:pt x="12909" y="86437"/>
                </a:lnTo>
                <a:lnTo>
                  <a:pt x="15262" y="88951"/>
                </a:lnTo>
                <a:lnTo>
                  <a:pt x="17776" y="91304"/>
                </a:lnTo>
                <a:lnTo>
                  <a:pt x="20425" y="93475"/>
                </a:lnTo>
                <a:lnTo>
                  <a:pt x="23198" y="95458"/>
                </a:lnTo>
                <a:lnTo>
                  <a:pt x="26086" y="97251"/>
                </a:lnTo>
                <a:lnTo>
                  <a:pt x="29079" y="98848"/>
                </a:lnTo>
                <a:lnTo>
                  <a:pt x="32167" y="100246"/>
                </a:lnTo>
                <a:lnTo>
                  <a:pt x="35339" y="101441"/>
                </a:lnTo>
                <a:lnTo>
                  <a:pt x="38584" y="102428"/>
                </a:lnTo>
                <a:lnTo>
                  <a:pt x="41894" y="103202"/>
                </a:lnTo>
                <a:lnTo>
                  <a:pt x="45258" y="103761"/>
                </a:lnTo>
                <a:lnTo>
                  <a:pt x="48666" y="104099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78"/>
          <p:cNvSpPr/>
          <p:nvPr/>
        </p:nvSpPr>
        <p:spPr>
          <a:xfrm>
            <a:off x="10981048" y="1736604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6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7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6"/>
                </a:lnTo>
                <a:lnTo>
                  <a:pt x="97251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2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6" y="32166"/>
                </a:lnTo>
                <a:lnTo>
                  <a:pt x="98848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5"/>
                </a:lnTo>
                <a:lnTo>
                  <a:pt x="88951" y="15262"/>
                </a:lnTo>
                <a:lnTo>
                  <a:pt x="86437" y="12909"/>
                </a:lnTo>
                <a:lnTo>
                  <a:pt x="83789" y="10738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6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7" y="8755"/>
                </a:lnTo>
                <a:lnTo>
                  <a:pt x="20424" y="10738"/>
                </a:lnTo>
                <a:lnTo>
                  <a:pt x="17775" y="12909"/>
                </a:lnTo>
                <a:lnTo>
                  <a:pt x="15262" y="15262"/>
                </a:lnTo>
                <a:lnTo>
                  <a:pt x="12908" y="17775"/>
                </a:lnTo>
                <a:lnTo>
                  <a:pt x="10738" y="20424"/>
                </a:lnTo>
                <a:lnTo>
                  <a:pt x="8754" y="23198"/>
                </a:lnTo>
                <a:lnTo>
                  <a:pt x="6962" y="26086"/>
                </a:lnTo>
                <a:lnTo>
                  <a:pt x="5364" y="29079"/>
                </a:lnTo>
                <a:lnTo>
                  <a:pt x="3966" y="32166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2" y="78127"/>
                </a:lnTo>
                <a:lnTo>
                  <a:pt x="8754" y="81016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2" y="88952"/>
                </a:lnTo>
                <a:lnTo>
                  <a:pt x="17775" y="91305"/>
                </a:lnTo>
                <a:lnTo>
                  <a:pt x="20424" y="93475"/>
                </a:lnTo>
                <a:lnTo>
                  <a:pt x="23197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79"/>
          <p:cNvSpPr/>
          <p:nvPr/>
        </p:nvSpPr>
        <p:spPr>
          <a:xfrm>
            <a:off x="11021755" y="2994175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8" y="104099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5" y="83789"/>
                </a:lnTo>
                <a:lnTo>
                  <a:pt x="95458" y="81016"/>
                </a:lnTo>
                <a:lnTo>
                  <a:pt x="97251" y="78127"/>
                </a:lnTo>
                <a:lnTo>
                  <a:pt x="98849" y="75134"/>
                </a:lnTo>
                <a:lnTo>
                  <a:pt x="100247" y="72047"/>
                </a:lnTo>
                <a:lnTo>
                  <a:pt x="101441" y="68875"/>
                </a:lnTo>
                <a:lnTo>
                  <a:pt x="102428" y="65629"/>
                </a:lnTo>
                <a:lnTo>
                  <a:pt x="103203" y="62319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6"/>
                </a:lnTo>
                <a:lnTo>
                  <a:pt x="103761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7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5" y="20424"/>
                </a:lnTo>
                <a:lnTo>
                  <a:pt x="91304" y="17776"/>
                </a:lnTo>
                <a:lnTo>
                  <a:pt x="88951" y="15262"/>
                </a:lnTo>
                <a:lnTo>
                  <a:pt x="86438" y="12909"/>
                </a:lnTo>
                <a:lnTo>
                  <a:pt x="83789" y="10738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5"/>
                </a:lnTo>
                <a:lnTo>
                  <a:pt x="62319" y="1010"/>
                </a:lnTo>
                <a:lnTo>
                  <a:pt x="58955" y="452"/>
                </a:lnTo>
                <a:lnTo>
                  <a:pt x="55548" y="114"/>
                </a:lnTo>
                <a:lnTo>
                  <a:pt x="52106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0"/>
                </a:lnTo>
                <a:lnTo>
                  <a:pt x="38584" y="1785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2"/>
                </a:lnTo>
                <a:lnTo>
                  <a:pt x="23198" y="8755"/>
                </a:lnTo>
                <a:lnTo>
                  <a:pt x="20424" y="10738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6"/>
                </a:lnTo>
                <a:lnTo>
                  <a:pt x="10738" y="20424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6" y="32167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4" y="48666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0" y="62319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5" y="75134"/>
                </a:lnTo>
                <a:lnTo>
                  <a:pt x="6962" y="78127"/>
                </a:lnTo>
                <a:lnTo>
                  <a:pt x="8755" y="81016"/>
                </a:lnTo>
                <a:lnTo>
                  <a:pt x="10738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1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1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1"/>
                </a:lnTo>
                <a:lnTo>
                  <a:pt x="48665" y="104099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0"/>
          <p:cNvSpPr/>
          <p:nvPr/>
        </p:nvSpPr>
        <p:spPr>
          <a:xfrm>
            <a:off x="11062462" y="2775463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7" y="104213"/>
                </a:moveTo>
                <a:lnTo>
                  <a:pt x="55548" y="104100"/>
                </a:lnTo>
                <a:lnTo>
                  <a:pt x="58955" y="103762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2"/>
                </a:lnTo>
                <a:lnTo>
                  <a:pt x="72047" y="100247"/>
                </a:lnTo>
                <a:lnTo>
                  <a:pt x="75134" y="98849"/>
                </a:lnTo>
                <a:lnTo>
                  <a:pt x="78127" y="97252"/>
                </a:lnTo>
                <a:lnTo>
                  <a:pt x="81016" y="95459"/>
                </a:lnTo>
                <a:lnTo>
                  <a:pt x="83789" y="93475"/>
                </a:lnTo>
                <a:lnTo>
                  <a:pt x="86438" y="91305"/>
                </a:lnTo>
                <a:lnTo>
                  <a:pt x="88952" y="88952"/>
                </a:lnTo>
                <a:lnTo>
                  <a:pt x="91305" y="86438"/>
                </a:lnTo>
                <a:lnTo>
                  <a:pt x="93475" y="83789"/>
                </a:lnTo>
                <a:lnTo>
                  <a:pt x="95458" y="81016"/>
                </a:lnTo>
                <a:lnTo>
                  <a:pt x="97251" y="78128"/>
                </a:lnTo>
                <a:lnTo>
                  <a:pt x="98849" y="75135"/>
                </a:lnTo>
                <a:lnTo>
                  <a:pt x="100247" y="72047"/>
                </a:lnTo>
                <a:lnTo>
                  <a:pt x="101441" y="68876"/>
                </a:lnTo>
                <a:lnTo>
                  <a:pt x="102428" y="65630"/>
                </a:lnTo>
                <a:lnTo>
                  <a:pt x="103203" y="62320"/>
                </a:lnTo>
                <a:lnTo>
                  <a:pt x="103762" y="58956"/>
                </a:lnTo>
                <a:lnTo>
                  <a:pt x="104100" y="55548"/>
                </a:lnTo>
                <a:lnTo>
                  <a:pt x="104213" y="52107"/>
                </a:lnTo>
                <a:lnTo>
                  <a:pt x="104100" y="48666"/>
                </a:lnTo>
                <a:lnTo>
                  <a:pt x="103762" y="45258"/>
                </a:lnTo>
                <a:lnTo>
                  <a:pt x="103203" y="41894"/>
                </a:lnTo>
                <a:lnTo>
                  <a:pt x="102428" y="38584"/>
                </a:lnTo>
                <a:lnTo>
                  <a:pt x="101441" y="35338"/>
                </a:lnTo>
                <a:lnTo>
                  <a:pt x="100247" y="32167"/>
                </a:lnTo>
                <a:lnTo>
                  <a:pt x="98849" y="29079"/>
                </a:lnTo>
                <a:lnTo>
                  <a:pt x="97251" y="26086"/>
                </a:lnTo>
                <a:lnTo>
                  <a:pt x="95458" y="23198"/>
                </a:lnTo>
                <a:lnTo>
                  <a:pt x="93475" y="20425"/>
                </a:lnTo>
                <a:lnTo>
                  <a:pt x="91305" y="17776"/>
                </a:lnTo>
                <a:lnTo>
                  <a:pt x="88952" y="15262"/>
                </a:lnTo>
                <a:lnTo>
                  <a:pt x="86438" y="12909"/>
                </a:lnTo>
                <a:lnTo>
                  <a:pt x="83789" y="10739"/>
                </a:lnTo>
                <a:lnTo>
                  <a:pt x="81016" y="8755"/>
                </a:lnTo>
                <a:lnTo>
                  <a:pt x="78127" y="6963"/>
                </a:lnTo>
                <a:lnTo>
                  <a:pt x="75134" y="5365"/>
                </a:lnTo>
                <a:lnTo>
                  <a:pt x="72047" y="3967"/>
                </a:lnTo>
                <a:lnTo>
                  <a:pt x="68875" y="2772"/>
                </a:lnTo>
                <a:lnTo>
                  <a:pt x="65629" y="1786"/>
                </a:lnTo>
                <a:lnTo>
                  <a:pt x="62319" y="1011"/>
                </a:lnTo>
                <a:lnTo>
                  <a:pt x="58955" y="452"/>
                </a:lnTo>
                <a:lnTo>
                  <a:pt x="55548" y="114"/>
                </a:lnTo>
                <a:lnTo>
                  <a:pt x="52107" y="0"/>
                </a:lnTo>
                <a:lnTo>
                  <a:pt x="48665" y="114"/>
                </a:lnTo>
                <a:lnTo>
                  <a:pt x="45258" y="452"/>
                </a:lnTo>
                <a:lnTo>
                  <a:pt x="41894" y="1011"/>
                </a:lnTo>
                <a:lnTo>
                  <a:pt x="38584" y="1786"/>
                </a:lnTo>
                <a:lnTo>
                  <a:pt x="35338" y="2772"/>
                </a:lnTo>
                <a:lnTo>
                  <a:pt x="32166" y="3967"/>
                </a:lnTo>
                <a:lnTo>
                  <a:pt x="29079" y="5365"/>
                </a:lnTo>
                <a:lnTo>
                  <a:pt x="26086" y="6963"/>
                </a:lnTo>
                <a:lnTo>
                  <a:pt x="23198" y="8755"/>
                </a:lnTo>
                <a:lnTo>
                  <a:pt x="20424" y="10739"/>
                </a:lnTo>
                <a:lnTo>
                  <a:pt x="17776" y="12909"/>
                </a:lnTo>
                <a:lnTo>
                  <a:pt x="15262" y="15262"/>
                </a:lnTo>
                <a:lnTo>
                  <a:pt x="12909" y="17776"/>
                </a:lnTo>
                <a:lnTo>
                  <a:pt x="10739" y="20425"/>
                </a:lnTo>
                <a:lnTo>
                  <a:pt x="8755" y="23198"/>
                </a:lnTo>
                <a:lnTo>
                  <a:pt x="6962" y="26086"/>
                </a:lnTo>
                <a:lnTo>
                  <a:pt x="5365" y="29079"/>
                </a:lnTo>
                <a:lnTo>
                  <a:pt x="3967" y="32167"/>
                </a:lnTo>
                <a:lnTo>
                  <a:pt x="2772" y="35338"/>
                </a:lnTo>
                <a:lnTo>
                  <a:pt x="1786" y="38584"/>
                </a:lnTo>
                <a:lnTo>
                  <a:pt x="1011" y="41894"/>
                </a:lnTo>
                <a:lnTo>
                  <a:pt x="452" y="45258"/>
                </a:lnTo>
                <a:lnTo>
                  <a:pt x="114" y="48666"/>
                </a:lnTo>
                <a:lnTo>
                  <a:pt x="0" y="52107"/>
                </a:lnTo>
                <a:lnTo>
                  <a:pt x="114" y="55548"/>
                </a:lnTo>
                <a:lnTo>
                  <a:pt x="452" y="58956"/>
                </a:lnTo>
                <a:lnTo>
                  <a:pt x="1011" y="62320"/>
                </a:lnTo>
                <a:lnTo>
                  <a:pt x="1786" y="65630"/>
                </a:lnTo>
                <a:lnTo>
                  <a:pt x="2772" y="68876"/>
                </a:lnTo>
                <a:lnTo>
                  <a:pt x="3967" y="72047"/>
                </a:lnTo>
                <a:lnTo>
                  <a:pt x="5365" y="75135"/>
                </a:lnTo>
                <a:lnTo>
                  <a:pt x="6962" y="78128"/>
                </a:lnTo>
                <a:lnTo>
                  <a:pt x="8755" y="81016"/>
                </a:lnTo>
                <a:lnTo>
                  <a:pt x="10739" y="83789"/>
                </a:lnTo>
                <a:lnTo>
                  <a:pt x="12909" y="86438"/>
                </a:lnTo>
                <a:lnTo>
                  <a:pt x="15262" y="88952"/>
                </a:lnTo>
                <a:lnTo>
                  <a:pt x="17776" y="91305"/>
                </a:lnTo>
                <a:lnTo>
                  <a:pt x="20424" y="93475"/>
                </a:lnTo>
                <a:lnTo>
                  <a:pt x="23198" y="95459"/>
                </a:lnTo>
                <a:lnTo>
                  <a:pt x="26086" y="97252"/>
                </a:lnTo>
                <a:lnTo>
                  <a:pt x="29079" y="98849"/>
                </a:lnTo>
                <a:lnTo>
                  <a:pt x="32166" y="100247"/>
                </a:lnTo>
                <a:lnTo>
                  <a:pt x="35338" y="101442"/>
                </a:lnTo>
                <a:lnTo>
                  <a:pt x="38584" y="102428"/>
                </a:lnTo>
                <a:lnTo>
                  <a:pt x="41894" y="103203"/>
                </a:lnTo>
                <a:lnTo>
                  <a:pt x="45258" y="103762"/>
                </a:lnTo>
                <a:lnTo>
                  <a:pt x="48665" y="104100"/>
                </a:lnTo>
                <a:lnTo>
                  <a:pt x="52107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81"/>
          <p:cNvSpPr/>
          <p:nvPr/>
        </p:nvSpPr>
        <p:spPr>
          <a:xfrm>
            <a:off x="11103170" y="1910799"/>
            <a:ext cx="104213" cy="104213"/>
          </a:xfrm>
          <a:custGeom>
            <a:avLst/>
            <a:gdLst/>
            <a:ahLst/>
            <a:cxnLst/>
            <a:rect l="l" t="t" r="r" b="b"/>
            <a:pathLst>
              <a:path w="104213" h="104213">
                <a:moveTo>
                  <a:pt x="52106" y="104213"/>
                </a:moveTo>
                <a:lnTo>
                  <a:pt x="55547" y="104100"/>
                </a:lnTo>
                <a:lnTo>
                  <a:pt x="58955" y="103761"/>
                </a:lnTo>
                <a:lnTo>
                  <a:pt x="62319" y="103203"/>
                </a:lnTo>
                <a:lnTo>
                  <a:pt x="65629" y="102428"/>
                </a:lnTo>
                <a:lnTo>
                  <a:pt x="68875" y="101441"/>
                </a:lnTo>
                <a:lnTo>
                  <a:pt x="72046" y="100247"/>
                </a:lnTo>
                <a:lnTo>
                  <a:pt x="75134" y="98849"/>
                </a:lnTo>
                <a:lnTo>
                  <a:pt x="78127" y="97251"/>
                </a:lnTo>
                <a:lnTo>
                  <a:pt x="81015" y="95459"/>
                </a:lnTo>
                <a:lnTo>
                  <a:pt x="83789" y="93475"/>
                </a:lnTo>
                <a:lnTo>
                  <a:pt x="86437" y="91305"/>
                </a:lnTo>
                <a:lnTo>
                  <a:pt x="88951" y="88952"/>
                </a:lnTo>
                <a:lnTo>
                  <a:pt x="91304" y="86438"/>
                </a:lnTo>
                <a:lnTo>
                  <a:pt x="93474" y="83789"/>
                </a:lnTo>
                <a:lnTo>
                  <a:pt x="95458" y="81016"/>
                </a:lnTo>
                <a:lnTo>
                  <a:pt x="97250" y="78127"/>
                </a:lnTo>
                <a:lnTo>
                  <a:pt x="98848" y="75134"/>
                </a:lnTo>
                <a:lnTo>
                  <a:pt x="100246" y="72047"/>
                </a:lnTo>
                <a:lnTo>
                  <a:pt x="101441" y="68875"/>
                </a:lnTo>
                <a:lnTo>
                  <a:pt x="102427" y="65629"/>
                </a:lnTo>
                <a:lnTo>
                  <a:pt x="103202" y="62320"/>
                </a:lnTo>
                <a:lnTo>
                  <a:pt x="103761" y="58956"/>
                </a:lnTo>
                <a:lnTo>
                  <a:pt x="104099" y="55548"/>
                </a:lnTo>
                <a:lnTo>
                  <a:pt x="104213" y="52107"/>
                </a:lnTo>
                <a:lnTo>
                  <a:pt x="104099" y="48665"/>
                </a:lnTo>
                <a:lnTo>
                  <a:pt x="103761" y="45258"/>
                </a:lnTo>
                <a:lnTo>
                  <a:pt x="103202" y="41894"/>
                </a:lnTo>
                <a:lnTo>
                  <a:pt x="102427" y="38584"/>
                </a:lnTo>
                <a:lnTo>
                  <a:pt x="101441" y="35338"/>
                </a:lnTo>
                <a:lnTo>
                  <a:pt x="100246" y="32167"/>
                </a:lnTo>
                <a:lnTo>
                  <a:pt x="98848" y="29079"/>
                </a:lnTo>
                <a:lnTo>
                  <a:pt x="97250" y="26086"/>
                </a:lnTo>
                <a:lnTo>
                  <a:pt x="95458" y="23198"/>
                </a:lnTo>
                <a:lnTo>
                  <a:pt x="93474" y="20424"/>
                </a:lnTo>
                <a:lnTo>
                  <a:pt x="91304" y="17776"/>
                </a:lnTo>
                <a:lnTo>
                  <a:pt x="88951" y="15262"/>
                </a:lnTo>
                <a:lnTo>
                  <a:pt x="86437" y="12909"/>
                </a:lnTo>
                <a:lnTo>
                  <a:pt x="83789" y="10739"/>
                </a:lnTo>
                <a:lnTo>
                  <a:pt x="81015" y="8755"/>
                </a:lnTo>
                <a:lnTo>
                  <a:pt x="78127" y="6962"/>
                </a:lnTo>
                <a:lnTo>
                  <a:pt x="75134" y="5365"/>
                </a:lnTo>
                <a:lnTo>
                  <a:pt x="72046" y="3967"/>
                </a:lnTo>
                <a:lnTo>
                  <a:pt x="68875" y="2772"/>
                </a:lnTo>
                <a:lnTo>
                  <a:pt x="65629" y="1786"/>
                </a:lnTo>
                <a:lnTo>
                  <a:pt x="62319" y="1011"/>
                </a:lnTo>
                <a:lnTo>
                  <a:pt x="58955" y="452"/>
                </a:lnTo>
                <a:lnTo>
                  <a:pt x="55547" y="114"/>
                </a:lnTo>
                <a:lnTo>
                  <a:pt x="52106" y="0"/>
                </a:lnTo>
                <a:lnTo>
                  <a:pt x="48665" y="114"/>
                </a:lnTo>
                <a:lnTo>
                  <a:pt x="45257" y="452"/>
                </a:lnTo>
                <a:lnTo>
                  <a:pt x="41893" y="1011"/>
                </a:lnTo>
                <a:lnTo>
                  <a:pt x="38583" y="1786"/>
                </a:lnTo>
                <a:lnTo>
                  <a:pt x="35337" y="2772"/>
                </a:lnTo>
                <a:lnTo>
                  <a:pt x="32166" y="3967"/>
                </a:lnTo>
                <a:lnTo>
                  <a:pt x="29078" y="5365"/>
                </a:lnTo>
                <a:lnTo>
                  <a:pt x="26085" y="6962"/>
                </a:lnTo>
                <a:lnTo>
                  <a:pt x="23197" y="8755"/>
                </a:lnTo>
                <a:lnTo>
                  <a:pt x="20423" y="10739"/>
                </a:lnTo>
                <a:lnTo>
                  <a:pt x="17775" y="12909"/>
                </a:lnTo>
                <a:lnTo>
                  <a:pt x="15261" y="15262"/>
                </a:lnTo>
                <a:lnTo>
                  <a:pt x="12908" y="17776"/>
                </a:lnTo>
                <a:lnTo>
                  <a:pt x="10738" y="20424"/>
                </a:lnTo>
                <a:lnTo>
                  <a:pt x="8754" y="23198"/>
                </a:lnTo>
                <a:lnTo>
                  <a:pt x="6961" y="26086"/>
                </a:lnTo>
                <a:lnTo>
                  <a:pt x="5364" y="29079"/>
                </a:lnTo>
                <a:lnTo>
                  <a:pt x="3966" y="32167"/>
                </a:lnTo>
                <a:lnTo>
                  <a:pt x="2772" y="35338"/>
                </a:lnTo>
                <a:lnTo>
                  <a:pt x="1785" y="38584"/>
                </a:lnTo>
                <a:lnTo>
                  <a:pt x="1010" y="41894"/>
                </a:lnTo>
                <a:lnTo>
                  <a:pt x="452" y="45258"/>
                </a:lnTo>
                <a:lnTo>
                  <a:pt x="113" y="48665"/>
                </a:lnTo>
                <a:lnTo>
                  <a:pt x="0" y="52107"/>
                </a:lnTo>
                <a:lnTo>
                  <a:pt x="113" y="55548"/>
                </a:lnTo>
                <a:lnTo>
                  <a:pt x="452" y="58956"/>
                </a:lnTo>
                <a:lnTo>
                  <a:pt x="1010" y="62320"/>
                </a:lnTo>
                <a:lnTo>
                  <a:pt x="1785" y="65629"/>
                </a:lnTo>
                <a:lnTo>
                  <a:pt x="2772" y="68875"/>
                </a:lnTo>
                <a:lnTo>
                  <a:pt x="3966" y="72047"/>
                </a:lnTo>
                <a:lnTo>
                  <a:pt x="5364" y="75134"/>
                </a:lnTo>
                <a:lnTo>
                  <a:pt x="6961" y="78127"/>
                </a:lnTo>
                <a:lnTo>
                  <a:pt x="8754" y="81016"/>
                </a:lnTo>
                <a:lnTo>
                  <a:pt x="10738" y="83789"/>
                </a:lnTo>
                <a:lnTo>
                  <a:pt x="12908" y="86438"/>
                </a:lnTo>
                <a:lnTo>
                  <a:pt x="15261" y="88952"/>
                </a:lnTo>
                <a:lnTo>
                  <a:pt x="17775" y="91305"/>
                </a:lnTo>
                <a:lnTo>
                  <a:pt x="20423" y="93475"/>
                </a:lnTo>
                <a:lnTo>
                  <a:pt x="23197" y="95459"/>
                </a:lnTo>
                <a:lnTo>
                  <a:pt x="26085" y="97251"/>
                </a:lnTo>
                <a:lnTo>
                  <a:pt x="29078" y="98849"/>
                </a:lnTo>
                <a:lnTo>
                  <a:pt x="32166" y="100247"/>
                </a:lnTo>
                <a:lnTo>
                  <a:pt x="35337" y="101441"/>
                </a:lnTo>
                <a:lnTo>
                  <a:pt x="38583" y="102428"/>
                </a:lnTo>
                <a:lnTo>
                  <a:pt x="41893" y="103203"/>
                </a:lnTo>
                <a:lnTo>
                  <a:pt x="45257" y="103761"/>
                </a:lnTo>
                <a:lnTo>
                  <a:pt x="48665" y="104100"/>
                </a:lnTo>
                <a:lnTo>
                  <a:pt x="52106" y="104213"/>
                </a:lnTo>
                <a:close/>
              </a:path>
            </a:pathLst>
          </a:custGeom>
          <a:solidFill>
            <a:srgbClr val="FF9500"/>
          </a:solidFill>
          <a:ln w="2097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389924" y="729494"/>
            <a:ext cx="960447" cy="195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4" b="0" i="0">
                <a:solidFill>
                  <a:srgbClr val="2B2B2B"/>
                </a:solidFill>
                <a:latin typeface="Times New Roman"/>
              </a:rPr>
              <a:t>16/16 verified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45563" y="549184"/>
            <a:ext cx="1696745" cy="1817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2" b="0" i="0">
                <a:solidFill>
                  <a:srgbClr val="2B2B2B"/>
                </a:solidFill>
                <a:latin typeface="Times New Roman"/>
              </a:rPr>
              <a:t>○ verified   × unsuccessful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50614" y="148715"/>
            <a:ext cx="2898806" cy="237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9" b="0" i="0">
                <a:solidFill>
                  <a:srgbClr val="2B2B2B"/>
                </a:solidFill>
                <a:latin typeface="Times New Roman"/>
              </a:rPr>
              <a:t>(b) Matched 20,000-iteration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